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3"/>
    <p:sldMasterId id="2147483687" r:id="rId4"/>
    <p:sldMasterId id="214748368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Play"/>
      <p:regular r:id="rId30"/>
      <p:bold r:id="rId31"/>
    </p:embeddedFont>
    <p:embeddedFont>
      <p:font typeface="Mulish"/>
      <p:regular r:id="rId32"/>
      <p:bold r:id="rId33"/>
      <p:italic r:id="rId34"/>
      <p:boldItalic r:id="rId35"/>
    </p:embeddedFont>
    <p:embeddedFont>
      <p:font typeface="Poppins"/>
      <p:regular r:id="rId36"/>
      <p:bold r:id="rId37"/>
      <p:italic r:id="rId38"/>
      <p:boldItalic r:id="rId39"/>
    </p:embeddedFont>
    <p:embeddedFont>
      <p:font typeface="Oswald Light"/>
      <p:regular r:id="rId40"/>
      <p:bold r:id="rId41"/>
    </p:embeddedFont>
    <p:embeddedFont>
      <p:font typeface="Tahoma"/>
      <p:regular r:id="rId42"/>
      <p:bold r:id="rId43"/>
    </p:embeddedFont>
    <p:embeddedFont>
      <p:font typeface="Poppins Light"/>
      <p:regular r:id="rId44"/>
      <p:bold r:id="rId45"/>
      <p:italic r:id="rId46"/>
      <p:boldItalic r:id="rId47"/>
    </p:embeddedFont>
    <p:embeddedFont>
      <p:font typeface="Poppins SemiBold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swaldLight-regular.fntdata"/><Relationship Id="rId42" Type="http://schemas.openxmlformats.org/officeDocument/2006/relationships/font" Target="fonts/Tahoma-regular.fntdata"/><Relationship Id="rId41" Type="http://schemas.openxmlformats.org/officeDocument/2006/relationships/font" Target="fonts/OswaldLight-bold.fntdata"/><Relationship Id="rId44" Type="http://schemas.openxmlformats.org/officeDocument/2006/relationships/font" Target="fonts/PoppinsLight-regular.fntdata"/><Relationship Id="rId43" Type="http://schemas.openxmlformats.org/officeDocument/2006/relationships/font" Target="fonts/Tahoma-bold.fntdata"/><Relationship Id="rId46" Type="http://schemas.openxmlformats.org/officeDocument/2006/relationships/font" Target="fonts/PoppinsLight-italic.fntdata"/><Relationship Id="rId45" Type="http://schemas.openxmlformats.org/officeDocument/2006/relationships/font" Target="fonts/Poppins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font" Target="fonts/PoppinsSemiBold-regular.fntdata"/><Relationship Id="rId47" Type="http://schemas.openxmlformats.org/officeDocument/2006/relationships/font" Target="fonts/PoppinsLight-boldItalic.fntdata"/><Relationship Id="rId49" Type="http://schemas.openxmlformats.org/officeDocument/2006/relationships/font" Target="fonts/PoppinsSemiBold-bold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-bold.fntdata"/><Relationship Id="rId30" Type="http://schemas.openxmlformats.org/officeDocument/2006/relationships/font" Target="fonts/Play-regular.fntdata"/><Relationship Id="rId33" Type="http://schemas.openxmlformats.org/officeDocument/2006/relationships/font" Target="fonts/Mulish-bold.fntdata"/><Relationship Id="rId32" Type="http://schemas.openxmlformats.org/officeDocument/2006/relationships/font" Target="fonts/Mulish-regular.fntdata"/><Relationship Id="rId35" Type="http://schemas.openxmlformats.org/officeDocument/2006/relationships/font" Target="fonts/Mulish-boldItalic.fntdata"/><Relationship Id="rId34" Type="http://schemas.openxmlformats.org/officeDocument/2006/relationships/font" Target="fonts/Mulish-italic.fntdata"/><Relationship Id="rId37" Type="http://schemas.openxmlformats.org/officeDocument/2006/relationships/font" Target="fonts/Poppins-bold.fntdata"/><Relationship Id="rId36" Type="http://schemas.openxmlformats.org/officeDocument/2006/relationships/font" Target="fonts/Poppins-regular.fntdata"/><Relationship Id="rId39" Type="http://schemas.openxmlformats.org/officeDocument/2006/relationships/font" Target="fonts/Poppins-boldItalic.fntdata"/><Relationship Id="rId38" Type="http://schemas.openxmlformats.org/officeDocument/2006/relationships/font" Target="fonts/Poppins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SemiBold-boldItalic.fntdata"/><Relationship Id="rId50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e8ad6fcbf7_0_238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2e8ad6fcbf7_0_238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2e8ad6fcbf7_0_238:notes"/>
          <p:cNvSpPr txBox="1"/>
          <p:nvPr>
            <p:ph idx="12" type="sldNum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700" lIns="45425" spcFirstLastPara="1" rIns="45425" wrap="square" tIns="2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700"/>
              <a:t>‹#›</a:t>
            </a:fld>
            <a:endParaRPr sz="7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e8b52f4b08_0_0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2e8b52f4b08_0_0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2e8b52f4b08_0_0:notes"/>
          <p:cNvSpPr txBox="1"/>
          <p:nvPr>
            <p:ph idx="12" type="sldNum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700" lIns="45425" spcFirstLastPara="1" rIns="45425" wrap="square" tIns="2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700"/>
              <a:t>‹#›</a:t>
            </a:fld>
            <a:endParaRPr sz="7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e8b52f4b08_0_256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2e8b52f4b08_0_256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2e8b52f4b08_0_256:notes"/>
          <p:cNvSpPr txBox="1"/>
          <p:nvPr>
            <p:ph idx="12" type="sldNum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700" lIns="45425" spcFirstLastPara="1" rIns="45425" wrap="square" tIns="2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700"/>
              <a:t>‹#›</a:t>
            </a:fld>
            <a:endParaRPr sz="7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e8b52f4b08_0_128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2e8b52f4b08_0_128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2e8b52f4b08_0_128:notes"/>
          <p:cNvSpPr txBox="1"/>
          <p:nvPr>
            <p:ph idx="12" type="sldNum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700" lIns="45425" spcFirstLastPara="1" rIns="45425" wrap="square" tIns="2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700"/>
              <a:t>‹#›</a:t>
            </a:fld>
            <a:endParaRPr sz="7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e8b52f4b08_0_6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7" name="Google Shape;707;g2e8b52f4b08_0_6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e8ad6fcbf7_0_1253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g2e8ad6fcbf7_0_1253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g2e8ad6fcbf7_0_1253:notes"/>
          <p:cNvSpPr txBox="1"/>
          <p:nvPr>
            <p:ph idx="12" type="sldNum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700" lIns="45425" spcFirstLastPara="1" rIns="45425" wrap="square" tIns="2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700"/>
              <a:t>‹#›</a:t>
            </a:fld>
            <a:endParaRPr sz="7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e8ad6fcbf7_0_1461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4" name="Google Shape;884;g2e8ad6fcbf7_0_1461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g2e8ad6fcbf7_0_1461:notes"/>
          <p:cNvSpPr txBox="1"/>
          <p:nvPr>
            <p:ph idx="12" type="sldNum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700" lIns="45425" spcFirstLastPara="1" rIns="45425" wrap="square" tIns="2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700"/>
              <a:t>‹#›</a:t>
            </a:fld>
            <a:endParaRPr sz="7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e8ad6fcbf7_0_1666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g2e8ad6fcbf7_0_1666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g2e8ad6fcbf7_0_1666:notes"/>
          <p:cNvSpPr txBox="1"/>
          <p:nvPr>
            <p:ph idx="12" type="sldNum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700" lIns="45425" spcFirstLastPara="1" rIns="45425" wrap="square" tIns="2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700"/>
              <a:t>‹#›</a:t>
            </a:fld>
            <a:endParaRPr sz="7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2e8b52f4b08_0_979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g2e8b52f4b08_0_979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g2e8b52f4b08_0_979:notes"/>
          <p:cNvSpPr txBox="1"/>
          <p:nvPr>
            <p:ph idx="12" type="sldNum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700" lIns="45425" spcFirstLastPara="1" rIns="45425" wrap="square" tIns="2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700"/>
              <a:t>‹#›</a:t>
            </a:fld>
            <a:endParaRPr sz="7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e8b52f4b08_0_10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4" name="Google Shape;1124;g2e8b52f4b08_0_10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e8ad6fcbf7_0_2076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6" name="Google Shape;1206;g2e8ad6fcbf7_0_2076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g2e8ad6fcbf7_0_2076:notes"/>
          <p:cNvSpPr txBox="1"/>
          <p:nvPr>
            <p:ph idx="12" type="sldNum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700" lIns="45425" spcFirstLastPara="1" rIns="45425" wrap="square" tIns="2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700"/>
              <a:t>‹#›</a:t>
            </a:fld>
            <a:endParaRPr sz="7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2e914c84827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8" name="Google Shape;1288;g2e914c84827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2e914c84827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0" name="Google Shape;1370;g2e914c84827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2e914c84827_0_3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7" name="Google Shape;1467;g2e914c84827_0_3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2e914c84827_0_4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8" name="Google Shape;1548;g2e914c84827_0_4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2e914c84827_0_5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0" name="Google Shape;1630;g2e914c84827_0_5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2e914c84827_0_6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2" name="Google Shape;1712;g2e914c84827_0_6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2e914c84827_0_6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3" name="Google Shape;1793;g2e914c84827_0_6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e914c84827_0_7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4" name="Google Shape;1874;g2e914c84827_0_7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2e914c84827_0_8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5" name="Google Shape;1955;g2e914c84827_0_8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2e8ad6fcbf7_0_2281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6" name="Google Shape;2036;g2e8ad6fcbf7_0_2281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g2e8ad6fcbf7_0_2281:notes"/>
          <p:cNvSpPr txBox="1"/>
          <p:nvPr>
            <p:ph idx="12" type="sldNum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700" lIns="45425" spcFirstLastPara="1" rIns="45425" wrap="square" tIns="2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700"/>
              <a:t>‹#›</a:t>
            </a:fld>
            <a:endParaRPr sz="7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2e8ad6fcbf7_0_2486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6" name="Google Shape;2116;g2e8ad6fcbf7_0_2486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g2e8ad6fcbf7_0_2486:notes"/>
          <p:cNvSpPr txBox="1"/>
          <p:nvPr>
            <p:ph idx="12" type="sldNum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700" lIns="45425" spcFirstLastPara="1" rIns="45425" wrap="square" tIns="2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700"/>
              <a:t>‹#›</a:t>
            </a:fld>
            <a:endParaRPr sz="7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g2ea5fa1f1d5_3_0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g2ea5fa1f1d5_3_0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_1">
  <p:cSld name="Титульный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1247446" y="2194167"/>
            <a:ext cx="6858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/>
            </a:lvl1pPr>
            <a:lvl2pPr lvl="1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733096" y="1104253"/>
            <a:ext cx="78867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C1FB"/>
              </a:buClr>
              <a:buSzPts val="6000"/>
              <a:buFont typeface="Play"/>
              <a:buNone/>
              <a:defRPr sz="6000">
                <a:solidFill>
                  <a:srgbClr val="1FC1F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35736" y="124284"/>
            <a:ext cx="35424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7200">
                <a:solidFill>
                  <a:srgbClr val="00425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35736" y="124284"/>
            <a:ext cx="35424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1" i="0" sz="7200">
                <a:solidFill>
                  <a:srgbClr val="00425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35736" y="124284"/>
            <a:ext cx="35424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1" i="0" sz="7200">
                <a:solidFill>
                  <a:srgbClr val="00425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992473" y="1019140"/>
            <a:ext cx="71592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ctrTitle"/>
          </p:nvPr>
        </p:nvSpPr>
        <p:spPr>
          <a:xfrm>
            <a:off x="685800" y="1594485"/>
            <a:ext cx="7772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>
          <a:xfrm>
            <a:off x="0" y="2057255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268CB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0"/>
          <p:cNvSpPr/>
          <p:nvPr/>
        </p:nvSpPr>
        <p:spPr>
          <a:xfrm>
            <a:off x="0" y="2117178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F2D1B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0"/>
          <p:cNvSpPr/>
          <p:nvPr/>
        </p:nvSpPr>
        <p:spPr>
          <a:xfrm>
            <a:off x="0" y="2238679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04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0"/>
          <p:cNvSpPr/>
          <p:nvPr/>
        </p:nvSpPr>
        <p:spPr>
          <a:xfrm>
            <a:off x="0" y="2300264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A6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0"/>
          <p:cNvSpPr/>
          <p:nvPr/>
        </p:nvSpPr>
        <p:spPr>
          <a:xfrm>
            <a:off x="0" y="2360186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0"/>
          <p:cNvSpPr/>
          <p:nvPr/>
        </p:nvSpPr>
        <p:spPr>
          <a:xfrm>
            <a:off x="0" y="2481688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F2ED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0" y="2420104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2BA6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0"/>
          <p:cNvSpPr/>
          <p:nvPr/>
        </p:nvSpPr>
        <p:spPr>
          <a:xfrm>
            <a:off x="0" y="2541606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3BA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0"/>
          <p:cNvSpPr/>
          <p:nvPr/>
        </p:nvSpPr>
        <p:spPr>
          <a:xfrm>
            <a:off x="0" y="2601528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75B0C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0" y="2663112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66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0" y="2723035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08577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0" y="2784619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7AD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0" y="2844537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D6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0" y="2904459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0" y="2966043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D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0" y="3025961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2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0" y="2178762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F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0" y="3085883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268CB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0" y="3145806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399"/>
                </a:lnTo>
                <a:lnTo>
                  <a:pt x="5371564" y="135399"/>
                </a:lnTo>
                <a:lnTo>
                  <a:pt x="5371564" y="0"/>
                </a:lnTo>
                <a:close/>
              </a:path>
            </a:pathLst>
          </a:custGeom>
          <a:solidFill>
            <a:srgbClr val="F2D1B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0" y="3267307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04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0" y="3328892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A6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0" y="3388814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0" y="3510316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F2ED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0" y="3448732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2BA6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0" y="3570233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3BA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0" y="3630156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75B0C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0" y="3691740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66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0" y="3751663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08577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0" y="3813247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AD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0" y="3873169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D6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0" y="3933087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0" y="3994671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D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0" y="4054593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2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0" y="3207385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F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0" y="4114511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268CB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0" y="4174433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399"/>
                </a:lnTo>
                <a:lnTo>
                  <a:pt x="5371564" y="135399"/>
                </a:lnTo>
                <a:lnTo>
                  <a:pt x="5371564" y="0"/>
                </a:lnTo>
                <a:close/>
              </a:path>
            </a:pathLst>
          </a:custGeom>
          <a:solidFill>
            <a:srgbClr val="F2D1B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0" y="4295935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04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0" y="4357519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A6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0" y="4417442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0" y="4538943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F2ED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0" y="4477359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2BA6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0" y="4598861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3BA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0" y="4658783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75B0C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0" y="4720368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66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0" y="4780290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08577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0" y="4841874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AD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0" y="4901797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D6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0" y="4961714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0" y="5023299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D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0" y="5083221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2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0" y="4236013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F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0" y="1028628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268CB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0" y="1088550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399"/>
                </a:lnTo>
                <a:lnTo>
                  <a:pt x="5371564" y="135399"/>
                </a:lnTo>
                <a:lnTo>
                  <a:pt x="5371564" y="0"/>
                </a:lnTo>
                <a:close/>
              </a:path>
            </a:pathLst>
          </a:custGeom>
          <a:solidFill>
            <a:srgbClr val="F2D1B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0" y="1210052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04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0" y="1271636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A6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0" y="1331559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0" y="1453060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F2ED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0" y="1391476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2BA6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0" y="1512978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3BA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0" y="1572900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75B0C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0" y="1634484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66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0" y="1694407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08577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0" y="1755991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7AD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0" y="1815909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D6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0" y="1875831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0" y="1937415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D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0" y="1997333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2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0" y="1150130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F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0" y="0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268CB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0" y="59922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F2D1B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0" y="181424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04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0" y="243008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A6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0" y="302926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0" y="424433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F2EDE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0" y="362848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2BA6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0" y="484350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3BA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0" y="544273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75B0C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0" y="605857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66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0" y="665779"/>
            <a:ext cx="2444306" cy="61830"/>
          </a:xfrm>
          <a:custGeom>
            <a:rect b="b" l="l" r="r" t="t"/>
            <a:pathLst>
              <a:path extrusionOk="0" h="135890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08577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0" y="727364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7AD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0" y="787281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D6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0" y="847203"/>
            <a:ext cx="2444306" cy="61829"/>
          </a:xfrm>
          <a:custGeom>
            <a:rect b="b" l="l" r="r" t="t"/>
            <a:pathLst>
              <a:path extrusionOk="0" h="135889" w="537210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0" y="908788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D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0" y="968705"/>
            <a:ext cx="2444306" cy="60096"/>
          </a:xfrm>
          <a:custGeom>
            <a:rect b="b" l="l" r="r" t="t"/>
            <a:pathLst>
              <a:path extrusionOk="0" h="132080" w="537210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2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0" y="121506"/>
            <a:ext cx="2444306" cy="60096"/>
          </a:xfrm>
          <a:custGeom>
            <a:rect b="b" l="l" r="r" t="t"/>
            <a:pathLst>
              <a:path extrusionOk="0" h="132079" w="537210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F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1035" y="3751791"/>
            <a:ext cx="1052238" cy="51668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6037801" y="3781125"/>
            <a:ext cx="414318" cy="474125"/>
          </a:xfrm>
          <a:custGeom>
            <a:rect b="b" l="l" r="r" t="t"/>
            <a:pathLst>
              <a:path extrusionOk="0" h="1042034" w="910590">
                <a:moveTo>
                  <a:pt x="705954" y="244449"/>
                </a:moveTo>
                <a:lnTo>
                  <a:pt x="549910" y="244449"/>
                </a:lnTo>
                <a:lnTo>
                  <a:pt x="549910" y="571627"/>
                </a:lnTo>
                <a:lnTo>
                  <a:pt x="543941" y="607618"/>
                </a:lnTo>
                <a:lnTo>
                  <a:pt x="526122" y="639279"/>
                </a:lnTo>
                <a:lnTo>
                  <a:pt x="496595" y="661797"/>
                </a:lnTo>
                <a:lnTo>
                  <a:pt x="455523" y="670382"/>
                </a:lnTo>
                <a:lnTo>
                  <a:pt x="414007" y="661797"/>
                </a:lnTo>
                <a:lnTo>
                  <a:pt x="384263" y="639279"/>
                </a:lnTo>
                <a:lnTo>
                  <a:pt x="366369" y="607618"/>
                </a:lnTo>
                <a:lnTo>
                  <a:pt x="360387" y="571627"/>
                </a:lnTo>
                <a:lnTo>
                  <a:pt x="360387" y="244449"/>
                </a:lnTo>
                <a:lnTo>
                  <a:pt x="204317" y="244449"/>
                </a:lnTo>
                <a:lnTo>
                  <a:pt x="204317" y="561467"/>
                </a:lnTo>
                <a:lnTo>
                  <a:pt x="207302" y="603123"/>
                </a:lnTo>
                <a:lnTo>
                  <a:pt x="216293" y="643661"/>
                </a:lnTo>
                <a:lnTo>
                  <a:pt x="231381" y="682066"/>
                </a:lnTo>
                <a:lnTo>
                  <a:pt x="252691" y="717346"/>
                </a:lnTo>
                <a:lnTo>
                  <a:pt x="280289" y="748487"/>
                </a:lnTo>
                <a:lnTo>
                  <a:pt x="314274" y="774458"/>
                </a:lnTo>
                <a:lnTo>
                  <a:pt x="354749" y="794270"/>
                </a:lnTo>
                <a:lnTo>
                  <a:pt x="401802" y="806894"/>
                </a:lnTo>
                <a:lnTo>
                  <a:pt x="455523" y="811326"/>
                </a:lnTo>
                <a:lnTo>
                  <a:pt x="509219" y="806894"/>
                </a:lnTo>
                <a:lnTo>
                  <a:pt x="556196" y="794258"/>
                </a:lnTo>
                <a:lnTo>
                  <a:pt x="596569" y="774433"/>
                </a:lnTo>
                <a:lnTo>
                  <a:pt x="630440" y="748411"/>
                </a:lnTo>
                <a:lnTo>
                  <a:pt x="657910" y="717219"/>
                </a:lnTo>
                <a:lnTo>
                  <a:pt x="679081" y="681837"/>
                </a:lnTo>
                <a:lnTo>
                  <a:pt x="694080" y="643293"/>
                </a:lnTo>
                <a:lnTo>
                  <a:pt x="703008" y="602576"/>
                </a:lnTo>
                <a:lnTo>
                  <a:pt x="705954" y="560692"/>
                </a:lnTo>
                <a:lnTo>
                  <a:pt x="705954" y="244449"/>
                </a:lnTo>
                <a:close/>
              </a:path>
              <a:path extrusionOk="0" h="1042034" w="910590">
                <a:moveTo>
                  <a:pt x="910272" y="94386"/>
                </a:moveTo>
                <a:lnTo>
                  <a:pt x="910120" y="94386"/>
                </a:lnTo>
                <a:lnTo>
                  <a:pt x="910120" y="84912"/>
                </a:lnTo>
                <a:lnTo>
                  <a:pt x="910120" y="66814"/>
                </a:lnTo>
                <a:lnTo>
                  <a:pt x="859205" y="52666"/>
                </a:lnTo>
                <a:lnTo>
                  <a:pt x="845273" y="52666"/>
                </a:lnTo>
                <a:lnTo>
                  <a:pt x="845273" y="146977"/>
                </a:lnTo>
                <a:lnTo>
                  <a:pt x="845273" y="590956"/>
                </a:lnTo>
                <a:lnTo>
                  <a:pt x="842264" y="639305"/>
                </a:lnTo>
                <a:lnTo>
                  <a:pt x="833475" y="685876"/>
                </a:lnTo>
                <a:lnTo>
                  <a:pt x="819264" y="730313"/>
                </a:lnTo>
                <a:lnTo>
                  <a:pt x="799998" y="772236"/>
                </a:lnTo>
                <a:lnTo>
                  <a:pt x="776046" y="811301"/>
                </a:lnTo>
                <a:lnTo>
                  <a:pt x="747763" y="847140"/>
                </a:lnTo>
                <a:lnTo>
                  <a:pt x="715530" y="879373"/>
                </a:lnTo>
                <a:lnTo>
                  <a:pt x="679691" y="907656"/>
                </a:lnTo>
                <a:lnTo>
                  <a:pt x="640626" y="931608"/>
                </a:lnTo>
                <a:lnTo>
                  <a:pt x="598703" y="950874"/>
                </a:lnTo>
                <a:lnTo>
                  <a:pt x="554266" y="965085"/>
                </a:lnTo>
                <a:lnTo>
                  <a:pt x="507695" y="973874"/>
                </a:lnTo>
                <a:lnTo>
                  <a:pt x="459359" y="976884"/>
                </a:lnTo>
                <a:lnTo>
                  <a:pt x="450913" y="976884"/>
                </a:lnTo>
                <a:lnTo>
                  <a:pt x="402564" y="973874"/>
                </a:lnTo>
                <a:lnTo>
                  <a:pt x="356006" y="965085"/>
                </a:lnTo>
                <a:lnTo>
                  <a:pt x="311569" y="950874"/>
                </a:lnTo>
                <a:lnTo>
                  <a:pt x="269633" y="931608"/>
                </a:lnTo>
                <a:lnTo>
                  <a:pt x="230568" y="907656"/>
                </a:lnTo>
                <a:lnTo>
                  <a:pt x="194741" y="879373"/>
                </a:lnTo>
                <a:lnTo>
                  <a:pt x="162509" y="847140"/>
                </a:lnTo>
                <a:lnTo>
                  <a:pt x="134226" y="811301"/>
                </a:lnTo>
                <a:lnTo>
                  <a:pt x="110274" y="772236"/>
                </a:lnTo>
                <a:lnTo>
                  <a:pt x="91008" y="730313"/>
                </a:lnTo>
                <a:lnTo>
                  <a:pt x="76796" y="685876"/>
                </a:lnTo>
                <a:lnTo>
                  <a:pt x="67995" y="639305"/>
                </a:lnTo>
                <a:lnTo>
                  <a:pt x="64985" y="590956"/>
                </a:lnTo>
                <a:lnTo>
                  <a:pt x="64985" y="146977"/>
                </a:lnTo>
                <a:lnTo>
                  <a:pt x="845273" y="146977"/>
                </a:lnTo>
                <a:lnTo>
                  <a:pt x="845273" y="52666"/>
                </a:lnTo>
                <a:lnTo>
                  <a:pt x="782599" y="52666"/>
                </a:lnTo>
                <a:lnTo>
                  <a:pt x="731685" y="66687"/>
                </a:lnTo>
                <a:lnTo>
                  <a:pt x="731685" y="84912"/>
                </a:lnTo>
                <a:lnTo>
                  <a:pt x="564781" y="84912"/>
                </a:lnTo>
                <a:lnTo>
                  <a:pt x="564781" y="65659"/>
                </a:lnTo>
                <a:lnTo>
                  <a:pt x="513638" y="45885"/>
                </a:lnTo>
                <a:lnTo>
                  <a:pt x="472211" y="45885"/>
                </a:lnTo>
                <a:lnTo>
                  <a:pt x="463550" y="41173"/>
                </a:lnTo>
                <a:lnTo>
                  <a:pt x="463854" y="40271"/>
                </a:lnTo>
                <a:lnTo>
                  <a:pt x="464108" y="39408"/>
                </a:lnTo>
                <a:lnTo>
                  <a:pt x="464108" y="34772"/>
                </a:lnTo>
                <a:lnTo>
                  <a:pt x="461797" y="31661"/>
                </a:lnTo>
                <a:lnTo>
                  <a:pt x="458584" y="30391"/>
                </a:lnTo>
                <a:lnTo>
                  <a:pt x="458584" y="0"/>
                </a:lnTo>
                <a:lnTo>
                  <a:pt x="452158" y="0"/>
                </a:lnTo>
                <a:lnTo>
                  <a:pt x="452158" y="30391"/>
                </a:lnTo>
                <a:lnTo>
                  <a:pt x="448957" y="31686"/>
                </a:lnTo>
                <a:lnTo>
                  <a:pt x="446722" y="34772"/>
                </a:lnTo>
                <a:lnTo>
                  <a:pt x="446709" y="39408"/>
                </a:lnTo>
                <a:lnTo>
                  <a:pt x="446963" y="40297"/>
                </a:lnTo>
                <a:lnTo>
                  <a:pt x="447243" y="41109"/>
                </a:lnTo>
                <a:lnTo>
                  <a:pt x="438480" y="45885"/>
                </a:lnTo>
                <a:lnTo>
                  <a:pt x="395109" y="45885"/>
                </a:lnTo>
                <a:lnTo>
                  <a:pt x="346430" y="66382"/>
                </a:lnTo>
                <a:lnTo>
                  <a:pt x="346430" y="84912"/>
                </a:lnTo>
                <a:lnTo>
                  <a:pt x="178396" y="84912"/>
                </a:lnTo>
                <a:lnTo>
                  <a:pt x="178396" y="66751"/>
                </a:lnTo>
                <a:lnTo>
                  <a:pt x="127495" y="52666"/>
                </a:lnTo>
                <a:lnTo>
                  <a:pt x="50888" y="52666"/>
                </a:lnTo>
                <a:lnTo>
                  <a:pt x="0" y="66751"/>
                </a:lnTo>
                <a:lnTo>
                  <a:pt x="0" y="590956"/>
                </a:lnTo>
                <a:lnTo>
                  <a:pt x="2641" y="640029"/>
                </a:lnTo>
                <a:lnTo>
                  <a:pt x="10414" y="687578"/>
                </a:lnTo>
                <a:lnTo>
                  <a:pt x="23025" y="733336"/>
                </a:lnTo>
                <a:lnTo>
                  <a:pt x="40195" y="777024"/>
                </a:lnTo>
                <a:lnTo>
                  <a:pt x="61645" y="818375"/>
                </a:lnTo>
                <a:lnTo>
                  <a:pt x="87109" y="857097"/>
                </a:lnTo>
                <a:lnTo>
                  <a:pt x="116306" y="892924"/>
                </a:lnTo>
                <a:lnTo>
                  <a:pt x="148958" y="925576"/>
                </a:lnTo>
                <a:lnTo>
                  <a:pt x="184772" y="954773"/>
                </a:lnTo>
                <a:lnTo>
                  <a:pt x="223507" y="980236"/>
                </a:lnTo>
                <a:lnTo>
                  <a:pt x="264845" y="1001699"/>
                </a:lnTo>
                <a:lnTo>
                  <a:pt x="308533" y="1018870"/>
                </a:lnTo>
                <a:lnTo>
                  <a:pt x="354304" y="1031468"/>
                </a:lnTo>
                <a:lnTo>
                  <a:pt x="401853" y="1039241"/>
                </a:lnTo>
                <a:lnTo>
                  <a:pt x="450913" y="1041895"/>
                </a:lnTo>
                <a:lnTo>
                  <a:pt x="459359" y="1041895"/>
                </a:lnTo>
                <a:lnTo>
                  <a:pt x="508419" y="1039241"/>
                </a:lnTo>
                <a:lnTo>
                  <a:pt x="555967" y="1031468"/>
                </a:lnTo>
                <a:lnTo>
                  <a:pt x="601726" y="1018870"/>
                </a:lnTo>
                <a:lnTo>
                  <a:pt x="645414" y="1001699"/>
                </a:lnTo>
                <a:lnTo>
                  <a:pt x="686765" y="980236"/>
                </a:lnTo>
                <a:lnTo>
                  <a:pt x="691857" y="976884"/>
                </a:lnTo>
                <a:lnTo>
                  <a:pt x="725487" y="954773"/>
                </a:lnTo>
                <a:lnTo>
                  <a:pt x="761314" y="925576"/>
                </a:lnTo>
                <a:lnTo>
                  <a:pt x="793965" y="892924"/>
                </a:lnTo>
                <a:lnTo>
                  <a:pt x="823150" y="857097"/>
                </a:lnTo>
                <a:lnTo>
                  <a:pt x="848614" y="818375"/>
                </a:lnTo>
                <a:lnTo>
                  <a:pt x="870077" y="777024"/>
                </a:lnTo>
                <a:lnTo>
                  <a:pt x="887247" y="733336"/>
                </a:lnTo>
                <a:lnTo>
                  <a:pt x="899858" y="687578"/>
                </a:lnTo>
                <a:lnTo>
                  <a:pt x="907618" y="640029"/>
                </a:lnTo>
                <a:lnTo>
                  <a:pt x="910272" y="590956"/>
                </a:lnTo>
                <a:lnTo>
                  <a:pt x="910272" y="146977"/>
                </a:lnTo>
                <a:lnTo>
                  <a:pt x="910272" y="94386"/>
                </a:lnTo>
                <a:close/>
              </a:path>
            </a:pathLst>
          </a:custGeom>
          <a:solidFill>
            <a:srgbClr val="0069B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6503054" y="3975694"/>
            <a:ext cx="247608" cy="56051"/>
          </a:xfrm>
          <a:custGeom>
            <a:rect b="b" l="l" r="r" t="t"/>
            <a:pathLst>
              <a:path extrusionOk="0" h="123190" w="544194">
                <a:moveTo>
                  <a:pt x="99517" y="0"/>
                </a:moveTo>
                <a:lnTo>
                  <a:pt x="0" y="0"/>
                </a:lnTo>
                <a:lnTo>
                  <a:pt x="0" y="20320"/>
                </a:lnTo>
                <a:lnTo>
                  <a:pt x="39154" y="20320"/>
                </a:lnTo>
                <a:lnTo>
                  <a:pt x="39154" y="120650"/>
                </a:lnTo>
                <a:lnTo>
                  <a:pt x="60363" y="120650"/>
                </a:lnTo>
                <a:lnTo>
                  <a:pt x="60363" y="20320"/>
                </a:lnTo>
                <a:lnTo>
                  <a:pt x="99517" y="20320"/>
                </a:lnTo>
                <a:lnTo>
                  <a:pt x="99517" y="0"/>
                </a:lnTo>
                <a:close/>
              </a:path>
              <a:path extrusionOk="0" h="123190" w="544194">
                <a:moveTo>
                  <a:pt x="169367" y="81927"/>
                </a:moveTo>
                <a:lnTo>
                  <a:pt x="166382" y="65735"/>
                </a:lnTo>
                <a:lnTo>
                  <a:pt x="162496" y="59855"/>
                </a:lnTo>
                <a:lnTo>
                  <a:pt x="157886" y="52844"/>
                </a:lnTo>
                <a:lnTo>
                  <a:pt x="148336" y="46736"/>
                </a:lnTo>
                <a:lnTo>
                  <a:pt x="148336" y="81927"/>
                </a:lnTo>
                <a:lnTo>
                  <a:pt x="146735" y="91071"/>
                </a:lnTo>
                <a:lnTo>
                  <a:pt x="142290" y="98107"/>
                </a:lnTo>
                <a:lnTo>
                  <a:pt x="135597" y="102590"/>
                </a:lnTo>
                <a:lnTo>
                  <a:pt x="127127" y="104178"/>
                </a:lnTo>
                <a:lnTo>
                  <a:pt x="118745" y="102514"/>
                </a:lnTo>
                <a:lnTo>
                  <a:pt x="112064" y="97904"/>
                </a:lnTo>
                <a:lnTo>
                  <a:pt x="107670" y="90855"/>
                </a:lnTo>
                <a:lnTo>
                  <a:pt x="106070" y="81927"/>
                </a:lnTo>
                <a:lnTo>
                  <a:pt x="107708" y="72809"/>
                </a:lnTo>
                <a:lnTo>
                  <a:pt x="112204" y="65849"/>
                </a:lnTo>
                <a:lnTo>
                  <a:pt x="118884" y="61404"/>
                </a:lnTo>
                <a:lnTo>
                  <a:pt x="127127" y="59855"/>
                </a:lnTo>
                <a:lnTo>
                  <a:pt x="135534" y="61455"/>
                </a:lnTo>
                <a:lnTo>
                  <a:pt x="142252" y="65976"/>
                </a:lnTo>
                <a:lnTo>
                  <a:pt x="146723" y="72948"/>
                </a:lnTo>
                <a:lnTo>
                  <a:pt x="148336" y="81927"/>
                </a:lnTo>
                <a:lnTo>
                  <a:pt x="148336" y="46736"/>
                </a:lnTo>
                <a:lnTo>
                  <a:pt x="144564" y="44310"/>
                </a:lnTo>
                <a:lnTo>
                  <a:pt x="127127" y="41224"/>
                </a:lnTo>
                <a:lnTo>
                  <a:pt x="109677" y="44310"/>
                </a:lnTo>
                <a:lnTo>
                  <a:pt x="96354" y="52844"/>
                </a:lnTo>
                <a:lnTo>
                  <a:pt x="87845" y="65735"/>
                </a:lnTo>
                <a:lnTo>
                  <a:pt x="84861" y="81927"/>
                </a:lnTo>
                <a:lnTo>
                  <a:pt x="87845" y="98107"/>
                </a:lnTo>
                <a:lnTo>
                  <a:pt x="96354" y="111010"/>
                </a:lnTo>
                <a:lnTo>
                  <a:pt x="109677" y="119545"/>
                </a:lnTo>
                <a:lnTo>
                  <a:pt x="127127" y="122631"/>
                </a:lnTo>
                <a:lnTo>
                  <a:pt x="144564" y="119545"/>
                </a:lnTo>
                <a:lnTo>
                  <a:pt x="157886" y="111010"/>
                </a:lnTo>
                <a:lnTo>
                  <a:pt x="162382" y="104178"/>
                </a:lnTo>
                <a:lnTo>
                  <a:pt x="166382" y="98107"/>
                </a:lnTo>
                <a:lnTo>
                  <a:pt x="169367" y="81927"/>
                </a:lnTo>
                <a:close/>
              </a:path>
              <a:path extrusionOk="0" h="123190" w="544194">
                <a:moveTo>
                  <a:pt x="273392" y="43116"/>
                </a:moveTo>
                <a:lnTo>
                  <a:pt x="255968" y="43116"/>
                </a:lnTo>
                <a:lnTo>
                  <a:pt x="230962" y="75539"/>
                </a:lnTo>
                <a:lnTo>
                  <a:pt x="204571" y="43116"/>
                </a:lnTo>
                <a:lnTo>
                  <a:pt x="186639" y="43116"/>
                </a:lnTo>
                <a:lnTo>
                  <a:pt x="186639" y="120738"/>
                </a:lnTo>
                <a:lnTo>
                  <a:pt x="206476" y="120738"/>
                </a:lnTo>
                <a:lnTo>
                  <a:pt x="206476" y="73304"/>
                </a:lnTo>
                <a:lnTo>
                  <a:pt x="230098" y="102273"/>
                </a:lnTo>
                <a:lnTo>
                  <a:pt x="230619" y="102273"/>
                </a:lnTo>
                <a:lnTo>
                  <a:pt x="253555" y="73304"/>
                </a:lnTo>
                <a:lnTo>
                  <a:pt x="253555" y="120738"/>
                </a:lnTo>
                <a:lnTo>
                  <a:pt x="273392" y="120738"/>
                </a:lnTo>
                <a:lnTo>
                  <a:pt x="273392" y="43116"/>
                </a:lnTo>
                <a:close/>
              </a:path>
              <a:path extrusionOk="0" h="123190" w="544194">
                <a:moveTo>
                  <a:pt x="363601" y="109181"/>
                </a:moveTo>
                <a:lnTo>
                  <a:pt x="354279" y="94691"/>
                </a:lnTo>
                <a:lnTo>
                  <a:pt x="349275" y="100203"/>
                </a:lnTo>
                <a:lnTo>
                  <a:pt x="342734" y="104178"/>
                </a:lnTo>
                <a:lnTo>
                  <a:pt x="334276" y="104178"/>
                </a:lnTo>
                <a:lnTo>
                  <a:pt x="325831" y="102641"/>
                </a:lnTo>
                <a:lnTo>
                  <a:pt x="318668" y="98221"/>
                </a:lnTo>
                <a:lnTo>
                  <a:pt x="313715" y="91224"/>
                </a:lnTo>
                <a:lnTo>
                  <a:pt x="311861" y="81915"/>
                </a:lnTo>
                <a:lnTo>
                  <a:pt x="313677" y="72720"/>
                </a:lnTo>
                <a:lnTo>
                  <a:pt x="318503" y="65773"/>
                </a:lnTo>
                <a:lnTo>
                  <a:pt x="325399" y="61379"/>
                </a:lnTo>
                <a:lnTo>
                  <a:pt x="333425" y="59842"/>
                </a:lnTo>
                <a:lnTo>
                  <a:pt x="340487" y="59842"/>
                </a:lnTo>
                <a:lnTo>
                  <a:pt x="346862" y="61747"/>
                </a:lnTo>
                <a:lnTo>
                  <a:pt x="352729" y="67437"/>
                </a:lnTo>
                <a:lnTo>
                  <a:pt x="362051" y="51739"/>
                </a:lnTo>
                <a:lnTo>
                  <a:pt x="355904" y="47040"/>
                </a:lnTo>
                <a:lnTo>
                  <a:pt x="348513" y="43764"/>
                </a:lnTo>
                <a:lnTo>
                  <a:pt x="340067" y="41846"/>
                </a:lnTo>
                <a:lnTo>
                  <a:pt x="330822" y="41224"/>
                </a:lnTo>
                <a:lnTo>
                  <a:pt x="314579" y="44399"/>
                </a:lnTo>
                <a:lnTo>
                  <a:pt x="301866" y="53098"/>
                </a:lnTo>
                <a:lnTo>
                  <a:pt x="293598" y="66027"/>
                </a:lnTo>
                <a:lnTo>
                  <a:pt x="290639" y="81915"/>
                </a:lnTo>
                <a:lnTo>
                  <a:pt x="293674" y="98615"/>
                </a:lnTo>
                <a:lnTo>
                  <a:pt x="302234" y="111455"/>
                </a:lnTo>
                <a:lnTo>
                  <a:pt x="315518" y="119710"/>
                </a:lnTo>
                <a:lnTo>
                  <a:pt x="332727" y="122631"/>
                </a:lnTo>
                <a:lnTo>
                  <a:pt x="341934" y="121767"/>
                </a:lnTo>
                <a:lnTo>
                  <a:pt x="350431" y="119202"/>
                </a:lnTo>
                <a:lnTo>
                  <a:pt x="357784" y="114985"/>
                </a:lnTo>
                <a:lnTo>
                  <a:pt x="363601" y="109181"/>
                </a:lnTo>
                <a:close/>
              </a:path>
              <a:path extrusionOk="0" h="123190" w="544194">
                <a:moveTo>
                  <a:pt x="399313" y="43129"/>
                </a:moveTo>
                <a:lnTo>
                  <a:pt x="379476" y="43129"/>
                </a:lnTo>
                <a:lnTo>
                  <a:pt x="379476" y="120738"/>
                </a:lnTo>
                <a:lnTo>
                  <a:pt x="399313" y="120738"/>
                </a:lnTo>
                <a:lnTo>
                  <a:pt x="399313" y="43129"/>
                </a:lnTo>
                <a:close/>
              </a:path>
              <a:path extrusionOk="0" h="123190" w="544194">
                <a:moveTo>
                  <a:pt x="456577" y="120738"/>
                </a:moveTo>
                <a:lnTo>
                  <a:pt x="423113" y="80035"/>
                </a:lnTo>
                <a:lnTo>
                  <a:pt x="452945" y="43129"/>
                </a:lnTo>
                <a:lnTo>
                  <a:pt x="427939" y="43129"/>
                </a:lnTo>
                <a:lnTo>
                  <a:pt x="400011" y="81584"/>
                </a:lnTo>
                <a:lnTo>
                  <a:pt x="430695" y="120738"/>
                </a:lnTo>
                <a:lnTo>
                  <a:pt x="456577" y="120738"/>
                </a:lnTo>
                <a:close/>
              </a:path>
              <a:path extrusionOk="0" h="123190" w="544194">
                <a:moveTo>
                  <a:pt x="544195" y="43116"/>
                </a:moveTo>
                <a:lnTo>
                  <a:pt x="524383" y="43116"/>
                </a:lnTo>
                <a:lnTo>
                  <a:pt x="488162" y="92265"/>
                </a:lnTo>
                <a:lnTo>
                  <a:pt x="488162" y="43116"/>
                </a:lnTo>
                <a:lnTo>
                  <a:pt x="468312" y="43116"/>
                </a:lnTo>
                <a:lnTo>
                  <a:pt x="468312" y="120726"/>
                </a:lnTo>
                <a:lnTo>
                  <a:pt x="488162" y="120726"/>
                </a:lnTo>
                <a:lnTo>
                  <a:pt x="524383" y="71577"/>
                </a:lnTo>
                <a:lnTo>
                  <a:pt x="524383" y="120726"/>
                </a:lnTo>
                <a:lnTo>
                  <a:pt x="544195" y="120726"/>
                </a:lnTo>
                <a:lnTo>
                  <a:pt x="544195" y="431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0622" y="3977654"/>
            <a:ext cx="34514" cy="52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2665" y="4056575"/>
            <a:ext cx="601306" cy="147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6987" y="3848244"/>
            <a:ext cx="374080" cy="88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4335" y="4129994"/>
            <a:ext cx="221962" cy="6688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>
            <p:ph type="title"/>
          </p:nvPr>
        </p:nvSpPr>
        <p:spPr>
          <a:xfrm>
            <a:off x="335736" y="124284"/>
            <a:ext cx="35424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1" i="0" sz="7200">
                <a:solidFill>
                  <a:srgbClr val="00425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183" name="Google Shape;183;p20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184" name="Google Shape;184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185" name="Google Shape;185;p20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фографика 1">
  <p:cSld name="инфографика 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218746" y="738493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/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261674" y="3573780"/>
            <a:ext cx="1651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89" name="Google Shape;189;p21"/>
          <p:cNvSpPr txBox="1"/>
          <p:nvPr>
            <p:ph idx="2" type="body"/>
          </p:nvPr>
        </p:nvSpPr>
        <p:spPr>
          <a:xfrm>
            <a:off x="261674" y="3325952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3" type="body"/>
          </p:nvPr>
        </p:nvSpPr>
        <p:spPr>
          <a:xfrm>
            <a:off x="2551076" y="3573780"/>
            <a:ext cx="1651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4" type="body"/>
          </p:nvPr>
        </p:nvSpPr>
        <p:spPr>
          <a:xfrm>
            <a:off x="2551076" y="3325952"/>
            <a:ext cx="1559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5" type="body"/>
          </p:nvPr>
        </p:nvSpPr>
        <p:spPr>
          <a:xfrm>
            <a:off x="4731519" y="3573780"/>
            <a:ext cx="1651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93" name="Google Shape;193;p21"/>
          <p:cNvSpPr txBox="1"/>
          <p:nvPr>
            <p:ph idx="6" type="body"/>
          </p:nvPr>
        </p:nvSpPr>
        <p:spPr>
          <a:xfrm>
            <a:off x="4731519" y="3325952"/>
            <a:ext cx="1559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94" name="Google Shape;194;p21"/>
          <p:cNvSpPr txBox="1"/>
          <p:nvPr>
            <p:ph idx="7" type="body"/>
          </p:nvPr>
        </p:nvSpPr>
        <p:spPr>
          <a:xfrm>
            <a:off x="6911961" y="3573780"/>
            <a:ext cx="1651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95" name="Google Shape;195;p21"/>
          <p:cNvSpPr txBox="1"/>
          <p:nvPr>
            <p:ph idx="8" type="body"/>
          </p:nvPr>
        </p:nvSpPr>
        <p:spPr>
          <a:xfrm>
            <a:off x="6911961" y="3325952"/>
            <a:ext cx="17520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" showMasterSp="0">
  <p:cSld name="график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218746" y="738493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218747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9" name="Google Shape;199;p22"/>
          <p:cNvSpPr txBox="1"/>
          <p:nvPr>
            <p:ph idx="2" type="body"/>
          </p:nvPr>
        </p:nvSpPr>
        <p:spPr>
          <a:xfrm>
            <a:off x="838042" y="1957382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22"/>
          <p:cNvSpPr txBox="1"/>
          <p:nvPr>
            <p:ph idx="3" type="body"/>
          </p:nvPr>
        </p:nvSpPr>
        <p:spPr>
          <a:xfrm>
            <a:off x="838042" y="1709554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1" name="Google Shape;201;p22"/>
          <p:cNvSpPr txBox="1"/>
          <p:nvPr>
            <p:ph idx="4" type="body"/>
          </p:nvPr>
        </p:nvSpPr>
        <p:spPr>
          <a:xfrm>
            <a:off x="838042" y="2692958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2" name="Google Shape;202;p22"/>
          <p:cNvSpPr txBox="1"/>
          <p:nvPr>
            <p:ph idx="5" type="body"/>
          </p:nvPr>
        </p:nvSpPr>
        <p:spPr>
          <a:xfrm>
            <a:off x="838042" y="2445130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3" name="Google Shape;203;p22"/>
          <p:cNvSpPr txBox="1"/>
          <p:nvPr>
            <p:ph idx="6" type="body"/>
          </p:nvPr>
        </p:nvSpPr>
        <p:spPr>
          <a:xfrm>
            <a:off x="838042" y="3458857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4" name="Google Shape;204;p22"/>
          <p:cNvSpPr txBox="1"/>
          <p:nvPr>
            <p:ph idx="7" type="body"/>
          </p:nvPr>
        </p:nvSpPr>
        <p:spPr>
          <a:xfrm>
            <a:off x="838042" y="3211028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idx="8" type="body"/>
          </p:nvPr>
        </p:nvSpPr>
        <p:spPr>
          <a:xfrm>
            <a:off x="838042" y="4209595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6" name="Google Shape;206;p22"/>
          <p:cNvSpPr txBox="1"/>
          <p:nvPr>
            <p:ph idx="9" type="body"/>
          </p:nvPr>
        </p:nvSpPr>
        <p:spPr>
          <a:xfrm>
            <a:off x="838042" y="3961766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_1" showMasterSp="0">
  <p:cSld name="Титульный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/>
          <p:nvPr>
            <p:ph idx="1" type="subTitle"/>
          </p:nvPr>
        </p:nvSpPr>
        <p:spPr>
          <a:xfrm>
            <a:off x="1247446" y="2194167"/>
            <a:ext cx="6858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5" name="Google Shape;215;p24"/>
          <p:cNvSpPr txBox="1"/>
          <p:nvPr>
            <p:ph type="title"/>
          </p:nvPr>
        </p:nvSpPr>
        <p:spPr>
          <a:xfrm>
            <a:off x="733096" y="1104253"/>
            <a:ext cx="78867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C1FB"/>
              </a:buClr>
              <a:buSzPts val="6000"/>
              <a:buFont typeface="Play"/>
              <a:buNone/>
              <a:defRPr sz="6000">
                <a:solidFill>
                  <a:srgbClr val="1FC1FB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_2" showMasterSp="0">
  <p:cSld name="титульный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idx="1" type="subTitle"/>
          </p:nvPr>
        </p:nvSpPr>
        <p:spPr>
          <a:xfrm>
            <a:off x="4481030" y="1617431"/>
            <a:ext cx="41931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8" name="Google Shape;218;p25"/>
          <p:cNvSpPr txBox="1"/>
          <p:nvPr>
            <p:ph type="title"/>
          </p:nvPr>
        </p:nvSpPr>
        <p:spPr>
          <a:xfrm>
            <a:off x="4481030" y="738493"/>
            <a:ext cx="4295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 sz="27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25"/>
          <p:cNvSpPr/>
          <p:nvPr/>
        </p:nvSpPr>
        <p:spPr>
          <a:xfrm>
            <a:off x="-606556" y="3104233"/>
            <a:ext cx="4904700" cy="1102500"/>
          </a:xfrm>
          <a:prstGeom prst="roundRect">
            <a:avLst>
              <a:gd fmla="val 14517" name="adj"/>
            </a:avLst>
          </a:prstGeom>
          <a:gradFill>
            <a:gsLst>
              <a:gs pos="0">
                <a:srgbClr val="183D6D"/>
              </a:gs>
              <a:gs pos="51900">
                <a:srgbClr val="00AEEF"/>
              </a:gs>
              <a:gs pos="100000">
                <a:srgbClr val="00AEEF">
                  <a:alpha val="20392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25"/>
          <p:cNvSpPr/>
          <p:nvPr>
            <p:ph idx="2" type="pic"/>
          </p:nvPr>
        </p:nvSpPr>
        <p:spPr>
          <a:xfrm>
            <a:off x="305991" y="992981"/>
            <a:ext cx="3507600" cy="2922900"/>
          </a:xfrm>
          <a:prstGeom prst="roundRect">
            <a:avLst>
              <a:gd fmla="val 12509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21" name="Google Shape;221;p25"/>
          <p:cNvSpPr txBox="1"/>
          <p:nvPr>
            <p:ph idx="3" type="body"/>
          </p:nvPr>
        </p:nvSpPr>
        <p:spPr>
          <a:xfrm>
            <a:off x="5210764" y="3274219"/>
            <a:ext cx="28980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i="1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i="1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i="1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i="1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i="1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_1" showMasterSp="0">
  <p:cSld name="команда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/>
          <p:nvPr/>
        </p:nvSpPr>
        <p:spPr>
          <a:xfrm>
            <a:off x="3515828" y="1681358"/>
            <a:ext cx="1785300" cy="2720100"/>
          </a:xfrm>
          <a:prstGeom prst="roundRect">
            <a:avLst>
              <a:gd fmla="val 10686" name="adj"/>
            </a:avLst>
          </a:prstGeom>
          <a:solidFill>
            <a:srgbClr val="00AEEF">
              <a:alpha val="23530"/>
            </a:srgbClr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4" name="Google Shape;224;p26"/>
          <p:cNvSpPr/>
          <p:nvPr/>
        </p:nvSpPr>
        <p:spPr>
          <a:xfrm rot="2888207">
            <a:off x="7030889" y="-2524158"/>
            <a:ext cx="4636516" cy="4605052"/>
          </a:xfrm>
          <a:prstGeom prst="ellipse">
            <a:avLst/>
          </a:prstGeom>
          <a:noFill/>
          <a:ln cap="flat" cmpd="sng" w="393700">
            <a:solidFill>
              <a:srgbClr val="0101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305991" y="1681358"/>
            <a:ext cx="1785300" cy="2720100"/>
          </a:xfrm>
          <a:prstGeom prst="roundRect">
            <a:avLst>
              <a:gd fmla="val 10686" name="adj"/>
            </a:avLst>
          </a:prstGeom>
          <a:solidFill>
            <a:srgbClr val="00AEEF">
              <a:alpha val="23530"/>
            </a:srgbClr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6"/>
          <p:cNvSpPr/>
          <p:nvPr>
            <p:ph idx="2" type="pic"/>
          </p:nvPr>
        </p:nvSpPr>
        <p:spPr>
          <a:xfrm>
            <a:off x="305444" y="1681163"/>
            <a:ext cx="1785300" cy="1671900"/>
          </a:xfrm>
          <a:prstGeom prst="roundRect">
            <a:avLst>
              <a:gd fmla="val 10855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27" name="Google Shape;227;p26"/>
          <p:cNvSpPr txBox="1"/>
          <p:nvPr>
            <p:ph idx="1" type="subTitle"/>
          </p:nvPr>
        </p:nvSpPr>
        <p:spPr>
          <a:xfrm>
            <a:off x="85334" y="3555266"/>
            <a:ext cx="2225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8" name="Google Shape;228;p26"/>
          <p:cNvSpPr txBox="1"/>
          <p:nvPr>
            <p:ph type="title"/>
          </p:nvPr>
        </p:nvSpPr>
        <p:spPr>
          <a:xfrm>
            <a:off x="226629" y="827266"/>
            <a:ext cx="52989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 sz="27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9" name="Google Shape;229;p26"/>
          <p:cNvSpPr txBox="1"/>
          <p:nvPr>
            <p:ph idx="3" type="body"/>
          </p:nvPr>
        </p:nvSpPr>
        <p:spPr>
          <a:xfrm>
            <a:off x="632493" y="3888825"/>
            <a:ext cx="11685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200"/>
              <a:buNone/>
              <a:defRPr sz="12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0" name="Google Shape;230;p26"/>
          <p:cNvSpPr/>
          <p:nvPr>
            <p:ph idx="4" type="pic"/>
          </p:nvPr>
        </p:nvSpPr>
        <p:spPr>
          <a:xfrm>
            <a:off x="3515828" y="1681163"/>
            <a:ext cx="1785300" cy="1671900"/>
          </a:xfrm>
          <a:prstGeom prst="roundRect">
            <a:avLst>
              <a:gd fmla="val 10855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31" name="Google Shape;231;p26"/>
          <p:cNvSpPr/>
          <p:nvPr/>
        </p:nvSpPr>
        <p:spPr>
          <a:xfrm>
            <a:off x="6726760" y="1681358"/>
            <a:ext cx="1785300" cy="2720100"/>
          </a:xfrm>
          <a:prstGeom prst="roundRect">
            <a:avLst>
              <a:gd fmla="val 10686" name="adj"/>
            </a:avLst>
          </a:prstGeom>
          <a:solidFill>
            <a:srgbClr val="00AEEF">
              <a:alpha val="23530"/>
            </a:srgbClr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26"/>
          <p:cNvSpPr/>
          <p:nvPr>
            <p:ph idx="5" type="pic"/>
          </p:nvPr>
        </p:nvSpPr>
        <p:spPr>
          <a:xfrm>
            <a:off x="6726213" y="1681163"/>
            <a:ext cx="1785300" cy="1671900"/>
          </a:xfrm>
          <a:prstGeom prst="roundRect">
            <a:avLst>
              <a:gd fmla="val 10855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33" name="Google Shape;233;p26"/>
          <p:cNvSpPr txBox="1"/>
          <p:nvPr>
            <p:ph idx="6" type="body"/>
          </p:nvPr>
        </p:nvSpPr>
        <p:spPr>
          <a:xfrm>
            <a:off x="3824099" y="3553535"/>
            <a:ext cx="116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4" name="Google Shape;234;p26"/>
          <p:cNvSpPr txBox="1"/>
          <p:nvPr>
            <p:ph idx="7" type="body"/>
          </p:nvPr>
        </p:nvSpPr>
        <p:spPr>
          <a:xfrm>
            <a:off x="3824099" y="3888825"/>
            <a:ext cx="11685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5" name="Google Shape;235;p26"/>
          <p:cNvSpPr txBox="1"/>
          <p:nvPr>
            <p:ph idx="8" type="body"/>
          </p:nvPr>
        </p:nvSpPr>
        <p:spPr>
          <a:xfrm>
            <a:off x="6812784" y="3553535"/>
            <a:ext cx="1698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6" name="Google Shape;236;p26"/>
          <p:cNvSpPr txBox="1"/>
          <p:nvPr>
            <p:ph idx="9" type="body"/>
          </p:nvPr>
        </p:nvSpPr>
        <p:spPr>
          <a:xfrm>
            <a:off x="6812783" y="3888825"/>
            <a:ext cx="16989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7" name="Google Shape;237;p26"/>
          <p:cNvSpPr txBox="1"/>
          <p:nvPr>
            <p:ph idx="13" type="body"/>
          </p:nvPr>
        </p:nvSpPr>
        <p:spPr>
          <a:xfrm>
            <a:off x="226629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_2" showMasterSp="0">
  <p:cSld name="команда_2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/>
          <p:nvPr/>
        </p:nvSpPr>
        <p:spPr>
          <a:xfrm>
            <a:off x="4983152" y="582738"/>
            <a:ext cx="3828600" cy="1102500"/>
          </a:xfrm>
          <a:prstGeom prst="roundRect">
            <a:avLst>
              <a:gd fmla="val 14517" name="adj"/>
            </a:avLst>
          </a:prstGeom>
          <a:gradFill>
            <a:gsLst>
              <a:gs pos="0">
                <a:srgbClr val="183D6D"/>
              </a:gs>
              <a:gs pos="51900">
                <a:srgbClr val="00AEEF"/>
              </a:gs>
              <a:gs pos="100000">
                <a:srgbClr val="00AEEF">
                  <a:alpha val="20392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4983152" y="1919837"/>
            <a:ext cx="3828600" cy="1102500"/>
          </a:xfrm>
          <a:prstGeom prst="roundRect">
            <a:avLst>
              <a:gd fmla="val 14517" name="adj"/>
            </a:avLst>
          </a:prstGeom>
          <a:noFill/>
          <a:ln cap="flat" cmpd="sng" w="12700">
            <a:solidFill>
              <a:srgbClr val="93E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4983152" y="3256937"/>
            <a:ext cx="3828600" cy="1102500"/>
          </a:xfrm>
          <a:prstGeom prst="roundRect">
            <a:avLst>
              <a:gd fmla="val 14517" name="adj"/>
            </a:avLst>
          </a:prstGeom>
          <a:noFill/>
          <a:ln cap="flat" cmpd="sng" w="12700">
            <a:solidFill>
              <a:srgbClr val="93E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27"/>
          <p:cNvSpPr/>
          <p:nvPr>
            <p:ph idx="2" type="pic"/>
          </p:nvPr>
        </p:nvSpPr>
        <p:spPr>
          <a:xfrm>
            <a:off x="5095568" y="2002341"/>
            <a:ext cx="1121100" cy="937500"/>
          </a:xfrm>
          <a:prstGeom prst="roundRect">
            <a:avLst>
              <a:gd fmla="val 1748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43" name="Google Shape;243;p27"/>
          <p:cNvSpPr/>
          <p:nvPr>
            <p:ph idx="3" type="pic"/>
          </p:nvPr>
        </p:nvSpPr>
        <p:spPr>
          <a:xfrm>
            <a:off x="5095568" y="665242"/>
            <a:ext cx="1121100" cy="937500"/>
          </a:xfrm>
          <a:prstGeom prst="roundRect">
            <a:avLst>
              <a:gd fmla="val 1748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44" name="Google Shape;244;p27"/>
          <p:cNvSpPr txBox="1"/>
          <p:nvPr>
            <p:ph idx="1" type="body"/>
          </p:nvPr>
        </p:nvSpPr>
        <p:spPr>
          <a:xfrm>
            <a:off x="6665797" y="858938"/>
            <a:ext cx="116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5" name="Google Shape;245;p27"/>
          <p:cNvSpPr txBox="1"/>
          <p:nvPr>
            <p:ph idx="4" type="body"/>
          </p:nvPr>
        </p:nvSpPr>
        <p:spPr>
          <a:xfrm>
            <a:off x="6665797" y="1179703"/>
            <a:ext cx="11685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6" name="Google Shape;246;p27"/>
          <p:cNvSpPr txBox="1"/>
          <p:nvPr>
            <p:ph idx="5" type="body"/>
          </p:nvPr>
        </p:nvSpPr>
        <p:spPr>
          <a:xfrm>
            <a:off x="6665797" y="2204486"/>
            <a:ext cx="17808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7" name="Google Shape;247;p27"/>
          <p:cNvSpPr txBox="1"/>
          <p:nvPr>
            <p:ph idx="6" type="body"/>
          </p:nvPr>
        </p:nvSpPr>
        <p:spPr>
          <a:xfrm>
            <a:off x="6665797" y="2525250"/>
            <a:ext cx="17808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8" name="Google Shape;248;p27"/>
          <p:cNvSpPr txBox="1"/>
          <p:nvPr>
            <p:ph idx="7" type="body"/>
          </p:nvPr>
        </p:nvSpPr>
        <p:spPr>
          <a:xfrm>
            <a:off x="6665797" y="3577349"/>
            <a:ext cx="17808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9" name="Google Shape;249;p27"/>
          <p:cNvSpPr txBox="1"/>
          <p:nvPr>
            <p:ph idx="8" type="body"/>
          </p:nvPr>
        </p:nvSpPr>
        <p:spPr>
          <a:xfrm>
            <a:off x="6665797" y="3898114"/>
            <a:ext cx="1780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0" name="Google Shape;250;p27"/>
          <p:cNvSpPr/>
          <p:nvPr>
            <p:ph idx="9" type="pic"/>
          </p:nvPr>
        </p:nvSpPr>
        <p:spPr>
          <a:xfrm>
            <a:off x="5095568" y="3339441"/>
            <a:ext cx="1121100" cy="937500"/>
          </a:xfrm>
          <a:prstGeom prst="roundRect">
            <a:avLst>
              <a:gd fmla="val 1748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51" name="Google Shape;251;p27"/>
          <p:cNvSpPr txBox="1"/>
          <p:nvPr>
            <p:ph type="title"/>
          </p:nvPr>
        </p:nvSpPr>
        <p:spPr>
          <a:xfrm>
            <a:off x="226629" y="827266"/>
            <a:ext cx="4608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 sz="27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2" name="Google Shape;252;p27"/>
          <p:cNvSpPr txBox="1"/>
          <p:nvPr>
            <p:ph idx="13" type="subTitle"/>
          </p:nvPr>
        </p:nvSpPr>
        <p:spPr>
          <a:xfrm>
            <a:off x="226629" y="1367273"/>
            <a:ext cx="4193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27"/>
          <p:cNvSpPr/>
          <p:nvPr/>
        </p:nvSpPr>
        <p:spPr>
          <a:xfrm rot="8092632">
            <a:off x="-1394529" y="3010088"/>
            <a:ext cx="1781489" cy="1781489"/>
          </a:xfrm>
          <a:prstGeom prst="ellipse">
            <a:avLst/>
          </a:prstGeom>
          <a:noFill/>
          <a:ln cap="flat" cmpd="sng" w="393700">
            <a:solidFill>
              <a:srgbClr val="0101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27"/>
          <p:cNvSpPr txBox="1"/>
          <p:nvPr>
            <p:ph idx="14" type="body"/>
          </p:nvPr>
        </p:nvSpPr>
        <p:spPr>
          <a:xfrm>
            <a:off x="226629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idx="15" type="body"/>
          </p:nvPr>
        </p:nvSpPr>
        <p:spPr>
          <a:xfrm>
            <a:off x="226629" y="2571749"/>
            <a:ext cx="3705900" cy="17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артинка слева" showMasterSp="0">
  <p:cSld name="картинка слева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/>
          <p:nvPr>
            <p:ph idx="1" type="subTitle"/>
          </p:nvPr>
        </p:nvSpPr>
        <p:spPr>
          <a:xfrm>
            <a:off x="4487733" y="1358125"/>
            <a:ext cx="4193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8" name="Google Shape;258;p28"/>
          <p:cNvSpPr/>
          <p:nvPr/>
        </p:nvSpPr>
        <p:spPr>
          <a:xfrm rot="2352105">
            <a:off x="-1738418" y="-855349"/>
            <a:ext cx="5077264" cy="4374496"/>
          </a:xfrm>
          <a:prstGeom prst="roundRect">
            <a:avLst>
              <a:gd fmla="val 14517" name="adj"/>
            </a:avLst>
          </a:prstGeom>
          <a:solidFill>
            <a:schemeClr val="lt1"/>
          </a:solidFill>
          <a:ln cap="flat" cmpd="sng" w="142875">
            <a:solidFill>
              <a:srgbClr val="00AEE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p28"/>
          <p:cNvSpPr/>
          <p:nvPr>
            <p:ph idx="2" type="pic"/>
          </p:nvPr>
        </p:nvSpPr>
        <p:spPr>
          <a:xfrm rot="-3005997">
            <a:off x="-1344727" y="-1198928"/>
            <a:ext cx="4285912" cy="5021716"/>
          </a:xfrm>
          <a:prstGeom prst="roundRect">
            <a:avLst>
              <a:gd fmla="val 13857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60" name="Google Shape;260;p28"/>
          <p:cNvSpPr txBox="1"/>
          <p:nvPr>
            <p:ph idx="3" type="body"/>
          </p:nvPr>
        </p:nvSpPr>
        <p:spPr>
          <a:xfrm>
            <a:off x="4750811" y="3657209"/>
            <a:ext cx="13449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28"/>
          <p:cNvSpPr txBox="1"/>
          <p:nvPr>
            <p:ph idx="4" type="body"/>
          </p:nvPr>
        </p:nvSpPr>
        <p:spPr>
          <a:xfrm>
            <a:off x="4750811" y="3118418"/>
            <a:ext cx="23565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2700"/>
              <a:buNone/>
              <a:defRPr sz="27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28"/>
          <p:cNvSpPr txBox="1"/>
          <p:nvPr>
            <p:ph idx="5" type="body"/>
          </p:nvPr>
        </p:nvSpPr>
        <p:spPr>
          <a:xfrm>
            <a:off x="6975688" y="3657209"/>
            <a:ext cx="13449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3" name="Google Shape;263;p28"/>
          <p:cNvSpPr txBox="1"/>
          <p:nvPr>
            <p:ph idx="6" type="body"/>
          </p:nvPr>
        </p:nvSpPr>
        <p:spPr>
          <a:xfrm>
            <a:off x="6975688" y="3118419"/>
            <a:ext cx="2192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2700"/>
              <a:buNone/>
              <a:defRPr sz="27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7" type="body"/>
          </p:nvPr>
        </p:nvSpPr>
        <p:spPr>
          <a:xfrm>
            <a:off x="4503472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5" name="Google Shape;265;p28"/>
          <p:cNvSpPr txBox="1"/>
          <p:nvPr>
            <p:ph type="title"/>
          </p:nvPr>
        </p:nvSpPr>
        <p:spPr>
          <a:xfrm>
            <a:off x="4487733" y="827266"/>
            <a:ext cx="4608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 sz="27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артинка справа" showMasterSp="0">
  <p:cSld name="картинка справа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"/>
          <p:cNvSpPr/>
          <p:nvPr>
            <p:ph idx="2" type="pic"/>
          </p:nvPr>
        </p:nvSpPr>
        <p:spPr>
          <a:xfrm>
            <a:off x="5096501" y="-274823"/>
            <a:ext cx="2239800" cy="2745900"/>
          </a:xfrm>
          <a:prstGeom prst="roundRect">
            <a:avLst>
              <a:gd fmla="val 17480" name="adj"/>
            </a:avLst>
          </a:prstGeom>
          <a:solidFill>
            <a:schemeClr val="lt1"/>
          </a:solidFill>
          <a:ln cap="flat" cmpd="sng" w="38100">
            <a:solidFill>
              <a:srgbClr val="00AEE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8" name="Google Shape;268;p29"/>
          <p:cNvSpPr/>
          <p:nvPr>
            <p:ph idx="3" type="pic"/>
          </p:nvPr>
        </p:nvSpPr>
        <p:spPr>
          <a:xfrm>
            <a:off x="5096501" y="2672420"/>
            <a:ext cx="2239800" cy="2745900"/>
          </a:xfrm>
          <a:prstGeom prst="roundRect">
            <a:avLst>
              <a:gd fmla="val 17480" name="adj"/>
            </a:avLst>
          </a:prstGeom>
          <a:solidFill>
            <a:schemeClr val="lt1"/>
          </a:solidFill>
          <a:ln cap="flat" cmpd="sng" w="38100">
            <a:solidFill>
              <a:srgbClr val="00AEE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9" name="Google Shape;269;p29"/>
          <p:cNvSpPr/>
          <p:nvPr>
            <p:ph idx="4" type="pic"/>
          </p:nvPr>
        </p:nvSpPr>
        <p:spPr>
          <a:xfrm>
            <a:off x="7555307" y="1856453"/>
            <a:ext cx="2239800" cy="2745900"/>
          </a:xfrm>
          <a:prstGeom prst="roundRect">
            <a:avLst>
              <a:gd fmla="val 17480" name="adj"/>
            </a:avLst>
          </a:prstGeom>
          <a:solidFill>
            <a:schemeClr val="lt1"/>
          </a:solidFill>
          <a:ln cap="flat" cmpd="sng" w="38100">
            <a:solidFill>
              <a:srgbClr val="00AEE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0" name="Google Shape;270;p29"/>
          <p:cNvSpPr/>
          <p:nvPr>
            <p:ph idx="5" type="pic"/>
          </p:nvPr>
        </p:nvSpPr>
        <p:spPr>
          <a:xfrm>
            <a:off x="7555307" y="-1132573"/>
            <a:ext cx="2239800" cy="2745900"/>
          </a:xfrm>
          <a:prstGeom prst="roundRect">
            <a:avLst>
              <a:gd fmla="val 17480" name="adj"/>
            </a:avLst>
          </a:prstGeom>
          <a:solidFill>
            <a:schemeClr val="lt1"/>
          </a:solidFill>
          <a:ln cap="flat" cmpd="sng" w="38100">
            <a:solidFill>
              <a:srgbClr val="00AEE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1" name="Google Shape;271;p29"/>
          <p:cNvSpPr txBox="1"/>
          <p:nvPr>
            <p:ph idx="1" type="subTitle"/>
          </p:nvPr>
        </p:nvSpPr>
        <p:spPr>
          <a:xfrm>
            <a:off x="218747" y="1362593"/>
            <a:ext cx="4193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72" name="Google Shape;272;p29"/>
          <p:cNvSpPr txBox="1"/>
          <p:nvPr>
            <p:ph idx="6" type="body"/>
          </p:nvPr>
        </p:nvSpPr>
        <p:spPr>
          <a:xfrm>
            <a:off x="226629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3" name="Google Shape;273;p29"/>
          <p:cNvSpPr txBox="1"/>
          <p:nvPr>
            <p:ph idx="7" type="body"/>
          </p:nvPr>
        </p:nvSpPr>
        <p:spPr>
          <a:xfrm>
            <a:off x="422089" y="3657209"/>
            <a:ext cx="13449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29"/>
          <p:cNvSpPr txBox="1"/>
          <p:nvPr>
            <p:ph idx="8" type="body"/>
          </p:nvPr>
        </p:nvSpPr>
        <p:spPr>
          <a:xfrm>
            <a:off x="422089" y="3118418"/>
            <a:ext cx="23565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2700"/>
              <a:buNone/>
              <a:defRPr sz="27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5" name="Google Shape;275;p29"/>
          <p:cNvSpPr txBox="1"/>
          <p:nvPr>
            <p:ph idx="9" type="body"/>
          </p:nvPr>
        </p:nvSpPr>
        <p:spPr>
          <a:xfrm>
            <a:off x="2646966" y="3657209"/>
            <a:ext cx="13449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6" name="Google Shape;276;p29"/>
          <p:cNvSpPr txBox="1"/>
          <p:nvPr>
            <p:ph idx="13" type="body"/>
          </p:nvPr>
        </p:nvSpPr>
        <p:spPr>
          <a:xfrm>
            <a:off x="2646966" y="3118419"/>
            <a:ext cx="2192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2700"/>
              <a:buNone/>
              <a:defRPr sz="27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7" name="Google Shape;277;p29"/>
          <p:cNvSpPr txBox="1"/>
          <p:nvPr>
            <p:ph type="title"/>
          </p:nvPr>
        </p:nvSpPr>
        <p:spPr>
          <a:xfrm>
            <a:off x="218747" y="827266"/>
            <a:ext cx="4608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 sz="27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ноут" showMasterSp="0">
  <p:cSld name="мокап ноут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/>
          <p:nvPr/>
        </p:nvSpPr>
        <p:spPr>
          <a:xfrm>
            <a:off x="5073635" y="-990975"/>
            <a:ext cx="7655700" cy="7655700"/>
          </a:xfrm>
          <a:prstGeom prst="ellipse">
            <a:avLst/>
          </a:prstGeom>
          <a:gradFill>
            <a:gsLst>
              <a:gs pos="0">
                <a:srgbClr val="00AEEF"/>
              </a:gs>
              <a:gs pos="54000">
                <a:srgbClr val="0079A4"/>
              </a:gs>
              <a:gs pos="88750">
                <a:srgbClr val="183D6D"/>
              </a:gs>
              <a:gs pos="100000">
                <a:srgbClr val="183D6D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sx="1000" rotWithShape="0" algn="ctr" sy="1000">
              <a:srgbClr val="367CFF"/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1" i="0" sz="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41426" y="1248208"/>
            <a:ext cx="5834013" cy="387514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0"/>
          <p:cNvSpPr/>
          <p:nvPr>
            <p:ph idx="2" type="pic"/>
          </p:nvPr>
        </p:nvSpPr>
        <p:spPr>
          <a:xfrm>
            <a:off x="4869180" y="1879092"/>
            <a:ext cx="3820500" cy="2290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2" name="Google Shape;282;p30"/>
          <p:cNvSpPr txBox="1"/>
          <p:nvPr>
            <p:ph idx="1" type="body"/>
          </p:nvPr>
        </p:nvSpPr>
        <p:spPr>
          <a:xfrm>
            <a:off x="658219" y="2038889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3" name="Google Shape;283;p30"/>
          <p:cNvSpPr txBox="1"/>
          <p:nvPr>
            <p:ph idx="3" type="body"/>
          </p:nvPr>
        </p:nvSpPr>
        <p:spPr>
          <a:xfrm>
            <a:off x="658219" y="2568707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4" name="Google Shape;284;p30"/>
          <p:cNvSpPr txBox="1"/>
          <p:nvPr>
            <p:ph idx="4" type="body"/>
          </p:nvPr>
        </p:nvSpPr>
        <p:spPr>
          <a:xfrm>
            <a:off x="658219" y="3132514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5" name="Google Shape;285;p30"/>
          <p:cNvSpPr txBox="1"/>
          <p:nvPr>
            <p:ph idx="5" type="body"/>
          </p:nvPr>
        </p:nvSpPr>
        <p:spPr>
          <a:xfrm>
            <a:off x="658219" y="3680360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30"/>
          <p:cNvSpPr txBox="1"/>
          <p:nvPr>
            <p:ph idx="6" type="body"/>
          </p:nvPr>
        </p:nvSpPr>
        <p:spPr>
          <a:xfrm>
            <a:off x="226629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7" name="Google Shape;287;p30"/>
          <p:cNvSpPr txBox="1"/>
          <p:nvPr>
            <p:ph type="title"/>
          </p:nvPr>
        </p:nvSpPr>
        <p:spPr>
          <a:xfrm>
            <a:off x="217948" y="827266"/>
            <a:ext cx="4608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 sz="27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" showMasterSp="0">
  <p:cSld name="мокап телефон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/>
          <p:nvPr/>
        </p:nvSpPr>
        <p:spPr>
          <a:xfrm rot="2254016">
            <a:off x="-1286546" y="-1148424"/>
            <a:ext cx="4414227" cy="4414227"/>
          </a:xfrm>
          <a:prstGeom prst="ellipse">
            <a:avLst/>
          </a:prstGeom>
          <a:gradFill>
            <a:gsLst>
              <a:gs pos="0">
                <a:srgbClr val="183D6D"/>
              </a:gs>
              <a:gs pos="66000">
                <a:srgbClr val="0079A4"/>
              </a:gs>
              <a:gs pos="100000">
                <a:srgbClr val="00AEEF"/>
              </a:gs>
            </a:gsLst>
            <a:lin ang="4800126" scaled="0"/>
          </a:gradFill>
          <a:ln>
            <a:noFill/>
          </a:ln>
          <a:effectLst>
            <a:outerShdw sx="1000" rotWithShape="0" algn="ctr" sy="1000">
              <a:srgbClr val="367CFF"/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1" i="0" sz="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2368084">
            <a:off x="-408699" y="395937"/>
            <a:ext cx="1840775" cy="369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2313519">
            <a:off x="1604476" y="210090"/>
            <a:ext cx="1336413" cy="297222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1"/>
          <p:cNvSpPr/>
          <p:nvPr>
            <p:ph idx="2" type="pic"/>
          </p:nvPr>
        </p:nvSpPr>
        <p:spPr>
          <a:xfrm rot="-2329402">
            <a:off x="1656137" y="290279"/>
            <a:ext cx="1214506" cy="2802191"/>
          </a:xfrm>
          <a:prstGeom prst="roundRect">
            <a:avLst>
              <a:gd fmla="val 13235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294" name="Google Shape;294;p31"/>
          <p:cNvSpPr txBox="1"/>
          <p:nvPr>
            <p:ph idx="1" type="body"/>
          </p:nvPr>
        </p:nvSpPr>
        <p:spPr>
          <a:xfrm>
            <a:off x="4900951" y="2140510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5" name="Google Shape;295;p31"/>
          <p:cNvSpPr txBox="1"/>
          <p:nvPr>
            <p:ph idx="3" type="body"/>
          </p:nvPr>
        </p:nvSpPr>
        <p:spPr>
          <a:xfrm>
            <a:off x="4900951" y="3045134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6" name="Google Shape;296;p31"/>
          <p:cNvSpPr txBox="1"/>
          <p:nvPr>
            <p:ph idx="4" type="body"/>
          </p:nvPr>
        </p:nvSpPr>
        <p:spPr>
          <a:xfrm>
            <a:off x="4900951" y="1819845"/>
            <a:ext cx="2748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500"/>
              <a:buNone/>
              <a:defRPr sz="15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7" name="Google Shape;297;p31"/>
          <p:cNvSpPr txBox="1"/>
          <p:nvPr>
            <p:ph idx="5" type="body"/>
          </p:nvPr>
        </p:nvSpPr>
        <p:spPr>
          <a:xfrm>
            <a:off x="4900951" y="2718743"/>
            <a:ext cx="2748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500"/>
              <a:buNone/>
              <a:defRPr sz="15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8" name="Google Shape;298;p31"/>
          <p:cNvSpPr txBox="1"/>
          <p:nvPr>
            <p:ph idx="6" type="body"/>
          </p:nvPr>
        </p:nvSpPr>
        <p:spPr>
          <a:xfrm>
            <a:off x="4509390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9" name="Google Shape;299;p31"/>
          <p:cNvSpPr txBox="1"/>
          <p:nvPr>
            <p:ph type="title"/>
          </p:nvPr>
        </p:nvSpPr>
        <p:spPr>
          <a:xfrm>
            <a:off x="4487733" y="827266"/>
            <a:ext cx="4608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Play"/>
              <a:buNone/>
              <a:defRPr sz="27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0" name="Google Shape;300;p31"/>
          <p:cNvSpPr/>
          <p:nvPr>
            <p:ph idx="7" type="pic"/>
          </p:nvPr>
        </p:nvSpPr>
        <p:spPr>
          <a:xfrm rot="-2381918">
            <a:off x="-325976" y="472076"/>
            <a:ext cx="1687516" cy="3504132"/>
          </a:xfrm>
          <a:prstGeom prst="roundRect">
            <a:avLst>
              <a:gd fmla="val 11831" name="adj"/>
            </a:avLst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 showMasterSp="0">
  <p:cSld name="4_Пользовательский макет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32"/>
          <p:cNvGrpSpPr/>
          <p:nvPr/>
        </p:nvGrpSpPr>
        <p:grpSpPr>
          <a:xfrm>
            <a:off x="1891237" y="2372500"/>
            <a:ext cx="1194110" cy="289462"/>
            <a:chOff x="2521650" y="2790494"/>
            <a:chExt cx="1592146" cy="385949"/>
          </a:xfrm>
        </p:grpSpPr>
        <p:cxnSp>
          <p:nvCxnSpPr>
            <p:cNvPr id="303" name="Google Shape;303;p32"/>
            <p:cNvCxnSpPr/>
            <p:nvPr/>
          </p:nvCxnSpPr>
          <p:spPr>
            <a:xfrm>
              <a:off x="2584229" y="2841643"/>
              <a:ext cx="1194900" cy="0"/>
            </a:xfrm>
            <a:prstGeom prst="straightConnector1">
              <a:avLst/>
            </a:prstGeom>
            <a:noFill/>
            <a:ln cap="flat" cmpd="sng" w="9525">
              <a:solidFill>
                <a:srgbClr val="93E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" name="Google Shape;304;p32"/>
            <p:cNvCxnSpPr/>
            <p:nvPr/>
          </p:nvCxnSpPr>
          <p:spPr>
            <a:xfrm>
              <a:off x="3778996" y="2841643"/>
              <a:ext cx="334800" cy="334800"/>
            </a:xfrm>
            <a:prstGeom prst="straightConnector1">
              <a:avLst/>
            </a:prstGeom>
            <a:noFill/>
            <a:ln cap="flat" cmpd="sng" w="9525">
              <a:solidFill>
                <a:srgbClr val="93E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5" name="Google Shape;305;p32"/>
            <p:cNvSpPr/>
            <p:nvPr/>
          </p:nvSpPr>
          <p:spPr>
            <a:xfrm>
              <a:off x="2521650" y="2790494"/>
              <a:ext cx="102300" cy="102300"/>
            </a:xfrm>
            <a:prstGeom prst="ellipse">
              <a:avLst/>
            </a:prstGeom>
            <a:solidFill>
              <a:srgbClr val="93E3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6" name="Google Shape;306;p32"/>
          <p:cNvGrpSpPr/>
          <p:nvPr/>
        </p:nvGrpSpPr>
        <p:grpSpPr>
          <a:xfrm flipH="1">
            <a:off x="6064607" y="2372500"/>
            <a:ext cx="1194110" cy="289462"/>
            <a:chOff x="2521650" y="2790494"/>
            <a:chExt cx="1592146" cy="385949"/>
          </a:xfrm>
        </p:grpSpPr>
        <p:cxnSp>
          <p:nvCxnSpPr>
            <p:cNvPr id="307" name="Google Shape;307;p32"/>
            <p:cNvCxnSpPr/>
            <p:nvPr/>
          </p:nvCxnSpPr>
          <p:spPr>
            <a:xfrm>
              <a:off x="2584229" y="2841643"/>
              <a:ext cx="1194900" cy="0"/>
            </a:xfrm>
            <a:prstGeom prst="straightConnector1">
              <a:avLst/>
            </a:prstGeom>
            <a:noFill/>
            <a:ln cap="flat" cmpd="sng" w="9525">
              <a:solidFill>
                <a:srgbClr val="93E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" name="Google Shape;308;p32"/>
            <p:cNvCxnSpPr/>
            <p:nvPr/>
          </p:nvCxnSpPr>
          <p:spPr>
            <a:xfrm>
              <a:off x="3778996" y="2841643"/>
              <a:ext cx="334800" cy="334800"/>
            </a:xfrm>
            <a:prstGeom prst="straightConnector1">
              <a:avLst/>
            </a:prstGeom>
            <a:noFill/>
            <a:ln cap="flat" cmpd="sng" w="9525">
              <a:solidFill>
                <a:srgbClr val="93E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9" name="Google Shape;309;p32"/>
            <p:cNvSpPr/>
            <p:nvPr/>
          </p:nvSpPr>
          <p:spPr>
            <a:xfrm>
              <a:off x="2521650" y="2790494"/>
              <a:ext cx="102300" cy="102300"/>
            </a:xfrm>
            <a:prstGeom prst="ellipse">
              <a:avLst/>
            </a:prstGeom>
            <a:solidFill>
              <a:srgbClr val="93E3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10" name="Google Shape;310;p32"/>
          <p:cNvSpPr/>
          <p:nvPr/>
        </p:nvSpPr>
        <p:spPr>
          <a:xfrm rot="-9900008">
            <a:off x="2153514" y="1878588"/>
            <a:ext cx="4837014" cy="4837014"/>
          </a:xfrm>
          <a:prstGeom prst="ellipse">
            <a:avLst/>
          </a:prstGeom>
          <a:gradFill>
            <a:gsLst>
              <a:gs pos="0">
                <a:srgbClr val="183D6D"/>
              </a:gs>
              <a:gs pos="66000">
                <a:srgbClr val="0079A4"/>
              </a:gs>
              <a:gs pos="100000">
                <a:srgbClr val="00AEEF"/>
              </a:gs>
            </a:gsLst>
            <a:lin ang="4800126" scaled="0"/>
          </a:gradFill>
          <a:ln>
            <a:noFill/>
          </a:ln>
          <a:effectLst>
            <a:outerShdw sx="1000" rotWithShape="0" algn="ctr" sy="1000">
              <a:srgbClr val="367CFF"/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1" i="0" sz="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2780608" y="2421725"/>
            <a:ext cx="3582783" cy="27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2"/>
          <p:cNvSpPr txBox="1"/>
          <p:nvPr>
            <p:ph type="title"/>
          </p:nvPr>
        </p:nvSpPr>
        <p:spPr>
          <a:xfrm>
            <a:off x="218746" y="738493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3" name="Google Shape;313;p32"/>
          <p:cNvSpPr/>
          <p:nvPr>
            <p:ph idx="2" type="pic"/>
          </p:nvPr>
        </p:nvSpPr>
        <p:spPr>
          <a:xfrm>
            <a:off x="3315891" y="2141684"/>
            <a:ext cx="2518200" cy="3333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14" name="Google Shape;314;p32"/>
          <p:cNvSpPr txBox="1"/>
          <p:nvPr>
            <p:ph idx="1" type="body"/>
          </p:nvPr>
        </p:nvSpPr>
        <p:spPr>
          <a:xfrm>
            <a:off x="218747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5" name="Google Shape;315;p32"/>
          <p:cNvSpPr txBox="1"/>
          <p:nvPr>
            <p:ph idx="3" type="body"/>
          </p:nvPr>
        </p:nvSpPr>
        <p:spPr>
          <a:xfrm>
            <a:off x="254054" y="2604991"/>
            <a:ext cx="19428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6" name="Google Shape;316;p32"/>
          <p:cNvSpPr txBox="1"/>
          <p:nvPr>
            <p:ph idx="4" type="body"/>
          </p:nvPr>
        </p:nvSpPr>
        <p:spPr>
          <a:xfrm>
            <a:off x="254054" y="2284327"/>
            <a:ext cx="1590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500"/>
              <a:buNone/>
              <a:defRPr sz="15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7" name="Google Shape;317;p32"/>
          <p:cNvSpPr txBox="1"/>
          <p:nvPr>
            <p:ph idx="5" type="body"/>
          </p:nvPr>
        </p:nvSpPr>
        <p:spPr>
          <a:xfrm>
            <a:off x="7316549" y="2604992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8" name="Google Shape;318;p32"/>
          <p:cNvSpPr txBox="1"/>
          <p:nvPr>
            <p:ph idx="6" type="body"/>
          </p:nvPr>
        </p:nvSpPr>
        <p:spPr>
          <a:xfrm>
            <a:off x="7316549" y="2284327"/>
            <a:ext cx="2748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500"/>
              <a:buNone/>
              <a:defRPr sz="15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фографика 1" showMasterSp="0">
  <p:cSld name="инфографика 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/>
          <p:nvPr>
            <p:ph type="title"/>
          </p:nvPr>
        </p:nvSpPr>
        <p:spPr>
          <a:xfrm>
            <a:off x="218746" y="738493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1" name="Google Shape;321;p33"/>
          <p:cNvSpPr txBox="1"/>
          <p:nvPr>
            <p:ph idx="1" type="body"/>
          </p:nvPr>
        </p:nvSpPr>
        <p:spPr>
          <a:xfrm>
            <a:off x="261674" y="3573780"/>
            <a:ext cx="1651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2" name="Google Shape;322;p33"/>
          <p:cNvSpPr txBox="1"/>
          <p:nvPr>
            <p:ph idx="2" type="body"/>
          </p:nvPr>
        </p:nvSpPr>
        <p:spPr>
          <a:xfrm>
            <a:off x="261674" y="3325952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33"/>
          <p:cNvSpPr txBox="1"/>
          <p:nvPr>
            <p:ph idx="3" type="body"/>
          </p:nvPr>
        </p:nvSpPr>
        <p:spPr>
          <a:xfrm>
            <a:off x="2551076" y="3573780"/>
            <a:ext cx="1651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4" name="Google Shape;324;p33"/>
          <p:cNvSpPr txBox="1"/>
          <p:nvPr>
            <p:ph idx="4" type="body"/>
          </p:nvPr>
        </p:nvSpPr>
        <p:spPr>
          <a:xfrm>
            <a:off x="2551076" y="3325952"/>
            <a:ext cx="1559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5" name="Google Shape;325;p33"/>
          <p:cNvSpPr txBox="1"/>
          <p:nvPr>
            <p:ph idx="5" type="body"/>
          </p:nvPr>
        </p:nvSpPr>
        <p:spPr>
          <a:xfrm>
            <a:off x="4731519" y="3573780"/>
            <a:ext cx="1651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33"/>
          <p:cNvSpPr txBox="1"/>
          <p:nvPr>
            <p:ph idx="6" type="body"/>
          </p:nvPr>
        </p:nvSpPr>
        <p:spPr>
          <a:xfrm>
            <a:off x="4731519" y="3325952"/>
            <a:ext cx="1559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7" name="Google Shape;327;p33"/>
          <p:cNvSpPr txBox="1"/>
          <p:nvPr>
            <p:ph idx="7" type="body"/>
          </p:nvPr>
        </p:nvSpPr>
        <p:spPr>
          <a:xfrm>
            <a:off x="6911961" y="3573780"/>
            <a:ext cx="1651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8" name="Google Shape;328;p33"/>
          <p:cNvSpPr txBox="1"/>
          <p:nvPr>
            <p:ph idx="8" type="body"/>
          </p:nvPr>
        </p:nvSpPr>
        <p:spPr>
          <a:xfrm>
            <a:off x="6911961" y="3325952"/>
            <a:ext cx="17520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фографика 2" showMasterSp="0">
  <p:cSld name="инфографика 2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 txBox="1"/>
          <p:nvPr>
            <p:ph type="title"/>
          </p:nvPr>
        </p:nvSpPr>
        <p:spPr>
          <a:xfrm>
            <a:off x="218746" y="738493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1" name="Google Shape;331;p34"/>
          <p:cNvSpPr/>
          <p:nvPr/>
        </p:nvSpPr>
        <p:spPr>
          <a:xfrm>
            <a:off x="3020912" y="1527775"/>
            <a:ext cx="3113100" cy="3113100"/>
          </a:xfrm>
          <a:prstGeom prst="ellipse">
            <a:avLst/>
          </a:prstGeom>
          <a:solidFill>
            <a:srgbClr val="183D6D"/>
          </a:solidFill>
          <a:ln>
            <a:noFill/>
          </a:ln>
          <a:effectLst>
            <a:outerShdw blurRad="1270000" sx="102000" rotWithShape="0" algn="ctr" sy="102000">
              <a:srgbClr val="367CFF">
                <a:alpha val="1255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32" name="Google Shape;332;p34"/>
          <p:cNvSpPr/>
          <p:nvPr/>
        </p:nvSpPr>
        <p:spPr>
          <a:xfrm>
            <a:off x="3223908" y="1717279"/>
            <a:ext cx="2733900" cy="2733900"/>
          </a:xfrm>
          <a:prstGeom prst="ellipse">
            <a:avLst/>
          </a:prstGeom>
          <a:solidFill>
            <a:srgbClr val="93E3FF"/>
          </a:solidFill>
          <a:ln>
            <a:noFill/>
          </a:ln>
          <a:effectLst>
            <a:outerShdw blurRad="1079500" sx="113000" rotWithShape="0" algn="ctr" sy="113000">
              <a:srgbClr val="03080E">
                <a:alpha val="4235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33" name="Google Shape;333;p34"/>
          <p:cNvSpPr/>
          <p:nvPr/>
        </p:nvSpPr>
        <p:spPr>
          <a:xfrm>
            <a:off x="3090311" y="1594297"/>
            <a:ext cx="2963377" cy="2967330"/>
          </a:xfrm>
          <a:custGeom>
            <a:rect b="b" l="l" r="r" t="t"/>
            <a:pathLst>
              <a:path extrusionOk="0" h="1500" w="1499">
                <a:moveTo>
                  <a:pt x="750" y="1500"/>
                </a:moveTo>
                <a:cubicBezTo>
                  <a:pt x="744" y="1500"/>
                  <a:pt x="738" y="1500"/>
                  <a:pt x="733" y="1500"/>
                </a:cubicBezTo>
                <a:cubicBezTo>
                  <a:pt x="716" y="1499"/>
                  <a:pt x="699" y="1498"/>
                  <a:pt x="682" y="1497"/>
                </a:cubicBezTo>
                <a:cubicBezTo>
                  <a:pt x="677" y="1497"/>
                  <a:pt x="674" y="1492"/>
                  <a:pt x="674" y="1488"/>
                </a:cubicBezTo>
                <a:cubicBezTo>
                  <a:pt x="675" y="1483"/>
                  <a:pt x="679" y="1480"/>
                  <a:pt x="684" y="1480"/>
                </a:cubicBezTo>
                <a:cubicBezTo>
                  <a:pt x="700" y="1482"/>
                  <a:pt x="717" y="1482"/>
                  <a:pt x="733" y="1483"/>
                </a:cubicBezTo>
                <a:cubicBezTo>
                  <a:pt x="739" y="1483"/>
                  <a:pt x="744" y="1483"/>
                  <a:pt x="750" y="1483"/>
                </a:cubicBezTo>
                <a:cubicBezTo>
                  <a:pt x="803" y="1483"/>
                  <a:pt x="855" y="1477"/>
                  <a:pt x="906" y="1466"/>
                </a:cubicBezTo>
                <a:cubicBezTo>
                  <a:pt x="911" y="1465"/>
                  <a:pt x="915" y="1468"/>
                  <a:pt x="916" y="1473"/>
                </a:cubicBezTo>
                <a:cubicBezTo>
                  <a:pt x="917" y="1477"/>
                  <a:pt x="914" y="1482"/>
                  <a:pt x="910" y="1483"/>
                </a:cubicBezTo>
                <a:cubicBezTo>
                  <a:pt x="857" y="1494"/>
                  <a:pt x="804" y="1500"/>
                  <a:pt x="750" y="1500"/>
                </a:cubicBezTo>
                <a:close/>
                <a:moveTo>
                  <a:pt x="638" y="1492"/>
                </a:moveTo>
                <a:cubicBezTo>
                  <a:pt x="638" y="1492"/>
                  <a:pt x="637" y="1492"/>
                  <a:pt x="637" y="1492"/>
                </a:cubicBezTo>
                <a:cubicBezTo>
                  <a:pt x="637" y="1491"/>
                  <a:pt x="637" y="1491"/>
                  <a:pt x="637" y="1491"/>
                </a:cubicBezTo>
                <a:cubicBezTo>
                  <a:pt x="634" y="1491"/>
                  <a:pt x="632" y="1490"/>
                  <a:pt x="631" y="1488"/>
                </a:cubicBezTo>
                <a:cubicBezTo>
                  <a:pt x="630" y="1486"/>
                  <a:pt x="629" y="1484"/>
                  <a:pt x="630" y="1482"/>
                </a:cubicBezTo>
                <a:cubicBezTo>
                  <a:pt x="630" y="1477"/>
                  <a:pt x="634" y="1474"/>
                  <a:pt x="639" y="1475"/>
                </a:cubicBezTo>
                <a:cubicBezTo>
                  <a:pt x="639" y="1475"/>
                  <a:pt x="639" y="1475"/>
                  <a:pt x="639" y="1475"/>
                </a:cubicBezTo>
                <a:cubicBezTo>
                  <a:pt x="639" y="1475"/>
                  <a:pt x="639" y="1475"/>
                  <a:pt x="639" y="1475"/>
                </a:cubicBezTo>
                <a:cubicBezTo>
                  <a:pt x="641" y="1475"/>
                  <a:pt x="643" y="1476"/>
                  <a:pt x="645" y="1478"/>
                </a:cubicBezTo>
                <a:cubicBezTo>
                  <a:pt x="646" y="1480"/>
                  <a:pt x="647" y="1482"/>
                  <a:pt x="646" y="1484"/>
                </a:cubicBezTo>
                <a:cubicBezTo>
                  <a:pt x="646" y="1489"/>
                  <a:pt x="642" y="1492"/>
                  <a:pt x="638" y="1492"/>
                </a:cubicBezTo>
                <a:close/>
                <a:moveTo>
                  <a:pt x="593" y="1484"/>
                </a:moveTo>
                <a:cubicBezTo>
                  <a:pt x="593" y="1484"/>
                  <a:pt x="592" y="1483"/>
                  <a:pt x="592" y="1483"/>
                </a:cubicBezTo>
                <a:cubicBezTo>
                  <a:pt x="577" y="1480"/>
                  <a:pt x="562" y="1476"/>
                  <a:pt x="547" y="1472"/>
                </a:cubicBezTo>
                <a:cubicBezTo>
                  <a:pt x="545" y="1472"/>
                  <a:pt x="543" y="1470"/>
                  <a:pt x="542" y="1468"/>
                </a:cubicBezTo>
                <a:cubicBezTo>
                  <a:pt x="541" y="1466"/>
                  <a:pt x="541" y="1464"/>
                  <a:pt x="541" y="1462"/>
                </a:cubicBezTo>
                <a:cubicBezTo>
                  <a:pt x="543" y="1458"/>
                  <a:pt x="547" y="1455"/>
                  <a:pt x="552" y="1456"/>
                </a:cubicBezTo>
                <a:cubicBezTo>
                  <a:pt x="566" y="1460"/>
                  <a:pt x="581" y="1464"/>
                  <a:pt x="595" y="1467"/>
                </a:cubicBezTo>
                <a:cubicBezTo>
                  <a:pt x="597" y="1467"/>
                  <a:pt x="599" y="1469"/>
                  <a:pt x="601" y="1470"/>
                </a:cubicBezTo>
                <a:cubicBezTo>
                  <a:pt x="602" y="1472"/>
                  <a:pt x="602" y="1475"/>
                  <a:pt x="602" y="1477"/>
                </a:cubicBezTo>
                <a:cubicBezTo>
                  <a:pt x="601" y="1481"/>
                  <a:pt x="597" y="1484"/>
                  <a:pt x="593" y="1484"/>
                </a:cubicBezTo>
                <a:close/>
                <a:moveTo>
                  <a:pt x="952" y="1472"/>
                </a:moveTo>
                <a:cubicBezTo>
                  <a:pt x="948" y="1472"/>
                  <a:pt x="945" y="1470"/>
                  <a:pt x="944" y="1466"/>
                </a:cubicBezTo>
                <a:cubicBezTo>
                  <a:pt x="943" y="1464"/>
                  <a:pt x="943" y="1462"/>
                  <a:pt x="944" y="1460"/>
                </a:cubicBezTo>
                <a:cubicBezTo>
                  <a:pt x="946" y="1458"/>
                  <a:pt x="947" y="1456"/>
                  <a:pt x="949" y="1456"/>
                </a:cubicBezTo>
                <a:cubicBezTo>
                  <a:pt x="964" y="1452"/>
                  <a:pt x="978" y="1447"/>
                  <a:pt x="992" y="1442"/>
                </a:cubicBezTo>
                <a:cubicBezTo>
                  <a:pt x="996" y="1441"/>
                  <a:pt x="1001" y="1443"/>
                  <a:pt x="1003" y="1447"/>
                </a:cubicBezTo>
                <a:cubicBezTo>
                  <a:pt x="1005" y="1452"/>
                  <a:pt x="1002" y="1457"/>
                  <a:pt x="998" y="1458"/>
                </a:cubicBezTo>
                <a:cubicBezTo>
                  <a:pt x="983" y="1463"/>
                  <a:pt x="969" y="1468"/>
                  <a:pt x="954" y="1472"/>
                </a:cubicBezTo>
                <a:cubicBezTo>
                  <a:pt x="954" y="1472"/>
                  <a:pt x="954" y="1472"/>
                  <a:pt x="954" y="1472"/>
                </a:cubicBezTo>
                <a:cubicBezTo>
                  <a:pt x="953" y="1472"/>
                  <a:pt x="953" y="1472"/>
                  <a:pt x="952" y="1472"/>
                </a:cubicBezTo>
                <a:close/>
                <a:moveTo>
                  <a:pt x="506" y="1459"/>
                </a:moveTo>
                <a:cubicBezTo>
                  <a:pt x="505" y="1459"/>
                  <a:pt x="504" y="1459"/>
                  <a:pt x="504" y="1459"/>
                </a:cubicBezTo>
                <a:cubicBezTo>
                  <a:pt x="486" y="1453"/>
                  <a:pt x="468" y="1446"/>
                  <a:pt x="451" y="1438"/>
                </a:cubicBezTo>
                <a:cubicBezTo>
                  <a:pt x="399" y="1415"/>
                  <a:pt x="348" y="1386"/>
                  <a:pt x="302" y="1352"/>
                </a:cubicBezTo>
                <a:cubicBezTo>
                  <a:pt x="302" y="1352"/>
                  <a:pt x="302" y="1352"/>
                  <a:pt x="302" y="1352"/>
                </a:cubicBezTo>
                <a:cubicBezTo>
                  <a:pt x="298" y="1349"/>
                  <a:pt x="298" y="1344"/>
                  <a:pt x="300" y="1340"/>
                </a:cubicBezTo>
                <a:cubicBezTo>
                  <a:pt x="303" y="1336"/>
                  <a:pt x="309" y="1336"/>
                  <a:pt x="312" y="1338"/>
                </a:cubicBezTo>
                <a:cubicBezTo>
                  <a:pt x="358" y="1372"/>
                  <a:pt x="406" y="1400"/>
                  <a:pt x="458" y="1423"/>
                </a:cubicBezTo>
                <a:cubicBezTo>
                  <a:pt x="475" y="1430"/>
                  <a:pt x="492" y="1437"/>
                  <a:pt x="509" y="1443"/>
                </a:cubicBezTo>
                <a:cubicBezTo>
                  <a:pt x="514" y="1444"/>
                  <a:pt x="516" y="1449"/>
                  <a:pt x="514" y="1453"/>
                </a:cubicBezTo>
                <a:cubicBezTo>
                  <a:pt x="513" y="1457"/>
                  <a:pt x="510" y="1459"/>
                  <a:pt x="506" y="1459"/>
                </a:cubicBezTo>
                <a:close/>
                <a:moveTo>
                  <a:pt x="1037" y="1442"/>
                </a:moveTo>
                <a:cubicBezTo>
                  <a:pt x="1034" y="1442"/>
                  <a:pt x="1031" y="1440"/>
                  <a:pt x="1029" y="1437"/>
                </a:cubicBezTo>
                <a:cubicBezTo>
                  <a:pt x="1028" y="1433"/>
                  <a:pt x="1030" y="1428"/>
                  <a:pt x="1034" y="1426"/>
                </a:cubicBezTo>
                <a:cubicBezTo>
                  <a:pt x="1038" y="1424"/>
                  <a:pt x="1043" y="1426"/>
                  <a:pt x="1045" y="1431"/>
                </a:cubicBezTo>
                <a:cubicBezTo>
                  <a:pt x="1047" y="1435"/>
                  <a:pt x="1045" y="1440"/>
                  <a:pt x="1040" y="1442"/>
                </a:cubicBezTo>
                <a:cubicBezTo>
                  <a:pt x="1039" y="1442"/>
                  <a:pt x="1038" y="1442"/>
                  <a:pt x="1037" y="1442"/>
                </a:cubicBezTo>
                <a:close/>
                <a:moveTo>
                  <a:pt x="1078" y="1423"/>
                </a:moveTo>
                <a:cubicBezTo>
                  <a:pt x="1075" y="1423"/>
                  <a:pt x="1072" y="1422"/>
                  <a:pt x="1071" y="1419"/>
                </a:cubicBezTo>
                <a:cubicBezTo>
                  <a:pt x="1069" y="1415"/>
                  <a:pt x="1070" y="1409"/>
                  <a:pt x="1075" y="1407"/>
                </a:cubicBezTo>
                <a:cubicBezTo>
                  <a:pt x="1139" y="1376"/>
                  <a:pt x="1198" y="1335"/>
                  <a:pt x="1250" y="1286"/>
                </a:cubicBezTo>
                <a:cubicBezTo>
                  <a:pt x="1253" y="1283"/>
                  <a:pt x="1255" y="1281"/>
                  <a:pt x="1257" y="1279"/>
                </a:cubicBezTo>
                <a:cubicBezTo>
                  <a:pt x="1260" y="1276"/>
                  <a:pt x="1266" y="1276"/>
                  <a:pt x="1269" y="1280"/>
                </a:cubicBezTo>
                <a:cubicBezTo>
                  <a:pt x="1270" y="1281"/>
                  <a:pt x="1271" y="1283"/>
                  <a:pt x="1271" y="1286"/>
                </a:cubicBezTo>
                <a:cubicBezTo>
                  <a:pt x="1271" y="1288"/>
                  <a:pt x="1270" y="1290"/>
                  <a:pt x="1269" y="1292"/>
                </a:cubicBezTo>
                <a:cubicBezTo>
                  <a:pt x="1267" y="1294"/>
                  <a:pt x="1264" y="1296"/>
                  <a:pt x="1262" y="1298"/>
                </a:cubicBezTo>
                <a:cubicBezTo>
                  <a:pt x="1208" y="1348"/>
                  <a:pt x="1148" y="1390"/>
                  <a:pt x="1082" y="1423"/>
                </a:cubicBezTo>
                <a:cubicBezTo>
                  <a:pt x="1082" y="1423"/>
                  <a:pt x="1082" y="1423"/>
                  <a:pt x="1082" y="1423"/>
                </a:cubicBezTo>
                <a:cubicBezTo>
                  <a:pt x="1081" y="1423"/>
                  <a:pt x="1080" y="1423"/>
                  <a:pt x="1078" y="1423"/>
                </a:cubicBezTo>
                <a:close/>
                <a:moveTo>
                  <a:pt x="272" y="1325"/>
                </a:moveTo>
                <a:cubicBezTo>
                  <a:pt x="270" y="1325"/>
                  <a:pt x="268" y="1325"/>
                  <a:pt x="266" y="1323"/>
                </a:cubicBezTo>
                <a:cubicBezTo>
                  <a:pt x="265" y="1322"/>
                  <a:pt x="264" y="1320"/>
                  <a:pt x="263" y="1318"/>
                </a:cubicBezTo>
                <a:cubicBezTo>
                  <a:pt x="263" y="1315"/>
                  <a:pt x="264" y="1313"/>
                  <a:pt x="265" y="1312"/>
                </a:cubicBezTo>
                <a:cubicBezTo>
                  <a:pt x="268" y="1308"/>
                  <a:pt x="274" y="1308"/>
                  <a:pt x="277" y="1310"/>
                </a:cubicBezTo>
                <a:cubicBezTo>
                  <a:pt x="281" y="1314"/>
                  <a:pt x="281" y="1319"/>
                  <a:pt x="278" y="1322"/>
                </a:cubicBezTo>
                <a:cubicBezTo>
                  <a:pt x="277" y="1324"/>
                  <a:pt x="274" y="1325"/>
                  <a:pt x="272" y="1325"/>
                </a:cubicBezTo>
                <a:close/>
                <a:moveTo>
                  <a:pt x="238" y="1295"/>
                </a:moveTo>
                <a:cubicBezTo>
                  <a:pt x="236" y="1295"/>
                  <a:pt x="234" y="1294"/>
                  <a:pt x="232" y="1293"/>
                </a:cubicBezTo>
                <a:cubicBezTo>
                  <a:pt x="226" y="1287"/>
                  <a:pt x="219" y="1280"/>
                  <a:pt x="213" y="1274"/>
                </a:cubicBezTo>
                <a:cubicBezTo>
                  <a:pt x="209" y="1270"/>
                  <a:pt x="205" y="1265"/>
                  <a:pt x="200" y="1260"/>
                </a:cubicBezTo>
                <a:cubicBezTo>
                  <a:pt x="200" y="1260"/>
                  <a:pt x="200" y="1260"/>
                  <a:pt x="200" y="1260"/>
                </a:cubicBezTo>
                <a:cubicBezTo>
                  <a:pt x="197" y="1257"/>
                  <a:pt x="197" y="1251"/>
                  <a:pt x="201" y="1248"/>
                </a:cubicBezTo>
                <a:cubicBezTo>
                  <a:pt x="204" y="1245"/>
                  <a:pt x="209" y="1245"/>
                  <a:pt x="213" y="1249"/>
                </a:cubicBezTo>
                <a:cubicBezTo>
                  <a:pt x="217" y="1254"/>
                  <a:pt x="221" y="1258"/>
                  <a:pt x="226" y="1262"/>
                </a:cubicBezTo>
                <a:cubicBezTo>
                  <a:pt x="232" y="1269"/>
                  <a:pt x="238" y="1275"/>
                  <a:pt x="244" y="1281"/>
                </a:cubicBezTo>
                <a:cubicBezTo>
                  <a:pt x="246" y="1282"/>
                  <a:pt x="247" y="1284"/>
                  <a:pt x="247" y="1287"/>
                </a:cubicBezTo>
                <a:cubicBezTo>
                  <a:pt x="247" y="1289"/>
                  <a:pt x="246" y="1291"/>
                  <a:pt x="244" y="1293"/>
                </a:cubicBezTo>
                <a:cubicBezTo>
                  <a:pt x="243" y="1294"/>
                  <a:pt x="240" y="1295"/>
                  <a:pt x="238" y="1295"/>
                </a:cubicBezTo>
                <a:close/>
                <a:moveTo>
                  <a:pt x="1294" y="1262"/>
                </a:moveTo>
                <a:cubicBezTo>
                  <a:pt x="1292" y="1262"/>
                  <a:pt x="1290" y="1261"/>
                  <a:pt x="1289" y="1259"/>
                </a:cubicBezTo>
                <a:cubicBezTo>
                  <a:pt x="1287" y="1258"/>
                  <a:pt x="1286" y="1256"/>
                  <a:pt x="1286" y="1253"/>
                </a:cubicBezTo>
                <a:cubicBezTo>
                  <a:pt x="1286" y="1251"/>
                  <a:pt x="1287" y="1249"/>
                  <a:pt x="1288" y="1247"/>
                </a:cubicBezTo>
                <a:cubicBezTo>
                  <a:pt x="1298" y="1237"/>
                  <a:pt x="1308" y="1225"/>
                  <a:pt x="1318" y="1214"/>
                </a:cubicBezTo>
                <a:cubicBezTo>
                  <a:pt x="1320" y="1210"/>
                  <a:pt x="1326" y="1210"/>
                  <a:pt x="1330" y="1212"/>
                </a:cubicBezTo>
                <a:cubicBezTo>
                  <a:pt x="1331" y="1214"/>
                  <a:pt x="1332" y="1216"/>
                  <a:pt x="1333" y="1218"/>
                </a:cubicBezTo>
                <a:cubicBezTo>
                  <a:pt x="1333" y="1220"/>
                  <a:pt x="1332" y="1223"/>
                  <a:pt x="1331" y="1224"/>
                </a:cubicBezTo>
                <a:cubicBezTo>
                  <a:pt x="1321" y="1236"/>
                  <a:pt x="1311" y="1248"/>
                  <a:pt x="1301" y="1259"/>
                </a:cubicBezTo>
                <a:cubicBezTo>
                  <a:pt x="1299" y="1261"/>
                  <a:pt x="1297" y="1262"/>
                  <a:pt x="1294" y="1262"/>
                </a:cubicBezTo>
                <a:close/>
                <a:moveTo>
                  <a:pt x="177" y="1229"/>
                </a:moveTo>
                <a:cubicBezTo>
                  <a:pt x="174" y="1229"/>
                  <a:pt x="172" y="1228"/>
                  <a:pt x="170" y="1226"/>
                </a:cubicBezTo>
                <a:cubicBezTo>
                  <a:pt x="122" y="1167"/>
                  <a:pt x="83" y="1103"/>
                  <a:pt x="55" y="1033"/>
                </a:cubicBezTo>
                <a:cubicBezTo>
                  <a:pt x="55" y="1032"/>
                  <a:pt x="54" y="1031"/>
                  <a:pt x="54" y="1030"/>
                </a:cubicBezTo>
                <a:cubicBezTo>
                  <a:pt x="52" y="1025"/>
                  <a:pt x="54" y="1021"/>
                  <a:pt x="58" y="1019"/>
                </a:cubicBezTo>
                <a:cubicBezTo>
                  <a:pt x="63" y="1017"/>
                  <a:pt x="68" y="1019"/>
                  <a:pt x="69" y="1023"/>
                </a:cubicBezTo>
                <a:cubicBezTo>
                  <a:pt x="70" y="1024"/>
                  <a:pt x="70" y="1025"/>
                  <a:pt x="70" y="1026"/>
                </a:cubicBezTo>
                <a:cubicBezTo>
                  <a:pt x="71" y="1027"/>
                  <a:pt x="71" y="1027"/>
                  <a:pt x="71" y="1027"/>
                </a:cubicBezTo>
                <a:cubicBezTo>
                  <a:pt x="98" y="1095"/>
                  <a:pt x="136" y="1158"/>
                  <a:pt x="183" y="1215"/>
                </a:cubicBezTo>
                <a:cubicBezTo>
                  <a:pt x="186" y="1219"/>
                  <a:pt x="186" y="1224"/>
                  <a:pt x="182" y="1227"/>
                </a:cubicBezTo>
                <a:cubicBezTo>
                  <a:pt x="180" y="1228"/>
                  <a:pt x="179" y="1229"/>
                  <a:pt x="177" y="1229"/>
                </a:cubicBezTo>
                <a:close/>
                <a:moveTo>
                  <a:pt x="1352" y="1192"/>
                </a:moveTo>
                <a:cubicBezTo>
                  <a:pt x="1350" y="1192"/>
                  <a:pt x="1348" y="1191"/>
                  <a:pt x="1347" y="1190"/>
                </a:cubicBezTo>
                <a:cubicBezTo>
                  <a:pt x="1343" y="1187"/>
                  <a:pt x="1342" y="1182"/>
                  <a:pt x="1345" y="1178"/>
                </a:cubicBezTo>
                <a:cubicBezTo>
                  <a:pt x="1345" y="1178"/>
                  <a:pt x="1345" y="1178"/>
                  <a:pt x="1345" y="1178"/>
                </a:cubicBezTo>
                <a:cubicBezTo>
                  <a:pt x="1345" y="1178"/>
                  <a:pt x="1345" y="1178"/>
                  <a:pt x="1345" y="1178"/>
                </a:cubicBezTo>
                <a:cubicBezTo>
                  <a:pt x="1348" y="1174"/>
                  <a:pt x="1353" y="1174"/>
                  <a:pt x="1357" y="1176"/>
                </a:cubicBezTo>
                <a:cubicBezTo>
                  <a:pt x="1360" y="1179"/>
                  <a:pt x="1361" y="1184"/>
                  <a:pt x="1359" y="1188"/>
                </a:cubicBezTo>
                <a:cubicBezTo>
                  <a:pt x="1357" y="1190"/>
                  <a:pt x="1354" y="1192"/>
                  <a:pt x="1352" y="1192"/>
                </a:cubicBezTo>
                <a:close/>
                <a:moveTo>
                  <a:pt x="1377" y="1154"/>
                </a:moveTo>
                <a:cubicBezTo>
                  <a:pt x="1375" y="1154"/>
                  <a:pt x="1374" y="1154"/>
                  <a:pt x="1373" y="1153"/>
                </a:cubicBezTo>
                <a:cubicBezTo>
                  <a:pt x="1369" y="1150"/>
                  <a:pt x="1367" y="1145"/>
                  <a:pt x="1370" y="1141"/>
                </a:cubicBezTo>
                <a:cubicBezTo>
                  <a:pt x="1387" y="1114"/>
                  <a:pt x="1402" y="1086"/>
                  <a:pt x="1416" y="1057"/>
                </a:cubicBezTo>
                <a:cubicBezTo>
                  <a:pt x="1433" y="1019"/>
                  <a:pt x="1448" y="978"/>
                  <a:pt x="1459" y="937"/>
                </a:cubicBezTo>
                <a:cubicBezTo>
                  <a:pt x="1460" y="932"/>
                  <a:pt x="1465" y="930"/>
                  <a:pt x="1469" y="931"/>
                </a:cubicBezTo>
                <a:cubicBezTo>
                  <a:pt x="1474" y="932"/>
                  <a:pt x="1476" y="937"/>
                  <a:pt x="1475" y="941"/>
                </a:cubicBezTo>
                <a:cubicBezTo>
                  <a:pt x="1464" y="983"/>
                  <a:pt x="1449" y="1025"/>
                  <a:pt x="1431" y="1064"/>
                </a:cubicBezTo>
                <a:cubicBezTo>
                  <a:pt x="1417" y="1094"/>
                  <a:pt x="1402" y="1123"/>
                  <a:pt x="1384" y="1150"/>
                </a:cubicBezTo>
                <a:cubicBezTo>
                  <a:pt x="1383" y="1153"/>
                  <a:pt x="1380" y="1154"/>
                  <a:pt x="1377" y="1154"/>
                </a:cubicBezTo>
                <a:close/>
                <a:moveTo>
                  <a:pt x="46" y="993"/>
                </a:moveTo>
                <a:cubicBezTo>
                  <a:pt x="42" y="993"/>
                  <a:pt x="39" y="990"/>
                  <a:pt x="38" y="987"/>
                </a:cubicBezTo>
                <a:cubicBezTo>
                  <a:pt x="37" y="985"/>
                  <a:pt x="37" y="982"/>
                  <a:pt x="38" y="980"/>
                </a:cubicBezTo>
                <a:cubicBezTo>
                  <a:pt x="39" y="978"/>
                  <a:pt x="41" y="977"/>
                  <a:pt x="43" y="976"/>
                </a:cubicBezTo>
                <a:cubicBezTo>
                  <a:pt x="48" y="975"/>
                  <a:pt x="52" y="977"/>
                  <a:pt x="54" y="981"/>
                </a:cubicBezTo>
                <a:cubicBezTo>
                  <a:pt x="54" y="981"/>
                  <a:pt x="54" y="981"/>
                  <a:pt x="54" y="981"/>
                </a:cubicBezTo>
                <a:cubicBezTo>
                  <a:pt x="54" y="981"/>
                  <a:pt x="54" y="981"/>
                  <a:pt x="54" y="981"/>
                </a:cubicBezTo>
                <a:cubicBezTo>
                  <a:pt x="55" y="986"/>
                  <a:pt x="53" y="991"/>
                  <a:pt x="49" y="992"/>
                </a:cubicBezTo>
                <a:cubicBezTo>
                  <a:pt x="48" y="992"/>
                  <a:pt x="47" y="993"/>
                  <a:pt x="46" y="993"/>
                </a:cubicBezTo>
                <a:close/>
                <a:moveTo>
                  <a:pt x="33" y="949"/>
                </a:moveTo>
                <a:cubicBezTo>
                  <a:pt x="29" y="949"/>
                  <a:pt x="26" y="947"/>
                  <a:pt x="25" y="943"/>
                </a:cubicBezTo>
                <a:cubicBezTo>
                  <a:pt x="21" y="928"/>
                  <a:pt x="17" y="913"/>
                  <a:pt x="14" y="898"/>
                </a:cubicBezTo>
                <a:cubicBezTo>
                  <a:pt x="14" y="896"/>
                  <a:pt x="14" y="894"/>
                  <a:pt x="16" y="892"/>
                </a:cubicBezTo>
                <a:cubicBezTo>
                  <a:pt x="17" y="890"/>
                  <a:pt x="19" y="889"/>
                  <a:pt x="21" y="888"/>
                </a:cubicBezTo>
                <a:cubicBezTo>
                  <a:pt x="26" y="887"/>
                  <a:pt x="30" y="891"/>
                  <a:pt x="31" y="895"/>
                </a:cubicBezTo>
                <a:cubicBezTo>
                  <a:pt x="34" y="910"/>
                  <a:pt x="37" y="924"/>
                  <a:pt x="41" y="939"/>
                </a:cubicBezTo>
                <a:cubicBezTo>
                  <a:pt x="42" y="943"/>
                  <a:pt x="40" y="948"/>
                  <a:pt x="35" y="949"/>
                </a:cubicBezTo>
                <a:cubicBezTo>
                  <a:pt x="34" y="949"/>
                  <a:pt x="34" y="949"/>
                  <a:pt x="33" y="949"/>
                </a:cubicBezTo>
                <a:close/>
                <a:moveTo>
                  <a:pt x="1477" y="903"/>
                </a:moveTo>
                <a:cubicBezTo>
                  <a:pt x="1477" y="903"/>
                  <a:pt x="1476" y="903"/>
                  <a:pt x="1476" y="903"/>
                </a:cubicBezTo>
                <a:cubicBezTo>
                  <a:pt x="1473" y="903"/>
                  <a:pt x="1471" y="901"/>
                  <a:pt x="1470" y="900"/>
                </a:cubicBezTo>
                <a:cubicBezTo>
                  <a:pt x="1469" y="898"/>
                  <a:pt x="1468" y="895"/>
                  <a:pt x="1469" y="893"/>
                </a:cubicBezTo>
                <a:cubicBezTo>
                  <a:pt x="1472" y="879"/>
                  <a:pt x="1474" y="864"/>
                  <a:pt x="1476" y="849"/>
                </a:cubicBezTo>
                <a:cubicBezTo>
                  <a:pt x="1477" y="845"/>
                  <a:pt x="1481" y="841"/>
                  <a:pt x="1486" y="842"/>
                </a:cubicBezTo>
                <a:cubicBezTo>
                  <a:pt x="1488" y="842"/>
                  <a:pt x="1490" y="843"/>
                  <a:pt x="1491" y="845"/>
                </a:cubicBezTo>
                <a:cubicBezTo>
                  <a:pt x="1493" y="847"/>
                  <a:pt x="1493" y="849"/>
                  <a:pt x="1493" y="851"/>
                </a:cubicBezTo>
                <a:cubicBezTo>
                  <a:pt x="1491" y="866"/>
                  <a:pt x="1488" y="882"/>
                  <a:pt x="1486" y="897"/>
                </a:cubicBezTo>
                <a:cubicBezTo>
                  <a:pt x="1485" y="897"/>
                  <a:pt x="1485" y="897"/>
                  <a:pt x="1485" y="897"/>
                </a:cubicBezTo>
                <a:cubicBezTo>
                  <a:pt x="1485" y="901"/>
                  <a:pt x="1481" y="903"/>
                  <a:pt x="1477" y="903"/>
                </a:cubicBezTo>
                <a:close/>
                <a:moveTo>
                  <a:pt x="15" y="861"/>
                </a:moveTo>
                <a:cubicBezTo>
                  <a:pt x="11" y="861"/>
                  <a:pt x="7" y="857"/>
                  <a:pt x="7" y="853"/>
                </a:cubicBezTo>
                <a:cubicBezTo>
                  <a:pt x="2" y="819"/>
                  <a:pt x="0" y="784"/>
                  <a:pt x="0" y="750"/>
                </a:cubicBezTo>
                <a:cubicBezTo>
                  <a:pt x="0" y="708"/>
                  <a:pt x="3" y="666"/>
                  <a:pt x="10" y="625"/>
                </a:cubicBezTo>
                <a:cubicBezTo>
                  <a:pt x="11" y="621"/>
                  <a:pt x="15" y="618"/>
                  <a:pt x="20" y="618"/>
                </a:cubicBezTo>
                <a:cubicBezTo>
                  <a:pt x="24" y="619"/>
                  <a:pt x="28" y="624"/>
                  <a:pt x="27" y="628"/>
                </a:cubicBezTo>
                <a:cubicBezTo>
                  <a:pt x="20" y="668"/>
                  <a:pt x="17" y="709"/>
                  <a:pt x="17" y="750"/>
                </a:cubicBezTo>
                <a:cubicBezTo>
                  <a:pt x="17" y="784"/>
                  <a:pt x="19" y="818"/>
                  <a:pt x="24" y="851"/>
                </a:cubicBezTo>
                <a:cubicBezTo>
                  <a:pt x="24" y="856"/>
                  <a:pt x="21" y="860"/>
                  <a:pt x="16" y="861"/>
                </a:cubicBezTo>
                <a:cubicBezTo>
                  <a:pt x="16" y="861"/>
                  <a:pt x="16" y="861"/>
                  <a:pt x="15" y="861"/>
                </a:cubicBezTo>
                <a:close/>
                <a:moveTo>
                  <a:pt x="1489" y="814"/>
                </a:moveTo>
                <a:cubicBezTo>
                  <a:pt x="1489" y="814"/>
                  <a:pt x="1489" y="814"/>
                  <a:pt x="1489" y="814"/>
                </a:cubicBezTo>
                <a:cubicBezTo>
                  <a:pt x="1486" y="814"/>
                  <a:pt x="1484" y="813"/>
                  <a:pt x="1483" y="811"/>
                </a:cubicBezTo>
                <a:cubicBezTo>
                  <a:pt x="1481" y="809"/>
                  <a:pt x="1481" y="807"/>
                  <a:pt x="1481" y="805"/>
                </a:cubicBezTo>
                <a:cubicBezTo>
                  <a:pt x="1481" y="800"/>
                  <a:pt x="1485" y="796"/>
                  <a:pt x="1490" y="797"/>
                </a:cubicBezTo>
                <a:cubicBezTo>
                  <a:pt x="1495" y="797"/>
                  <a:pt x="1498" y="801"/>
                  <a:pt x="1498" y="806"/>
                </a:cubicBezTo>
                <a:cubicBezTo>
                  <a:pt x="1497" y="810"/>
                  <a:pt x="1494" y="814"/>
                  <a:pt x="1489" y="814"/>
                </a:cubicBezTo>
                <a:close/>
                <a:moveTo>
                  <a:pt x="1491" y="725"/>
                </a:moveTo>
                <a:cubicBezTo>
                  <a:pt x="1486" y="725"/>
                  <a:pt x="1482" y="721"/>
                  <a:pt x="1482" y="716"/>
                </a:cubicBezTo>
                <a:cubicBezTo>
                  <a:pt x="1481" y="702"/>
                  <a:pt x="1480" y="687"/>
                  <a:pt x="1479" y="672"/>
                </a:cubicBezTo>
                <a:cubicBezTo>
                  <a:pt x="1479" y="670"/>
                  <a:pt x="1479" y="667"/>
                  <a:pt x="1481" y="666"/>
                </a:cubicBezTo>
                <a:cubicBezTo>
                  <a:pt x="1482" y="664"/>
                  <a:pt x="1484" y="663"/>
                  <a:pt x="1486" y="663"/>
                </a:cubicBezTo>
                <a:cubicBezTo>
                  <a:pt x="1491" y="662"/>
                  <a:pt x="1495" y="665"/>
                  <a:pt x="1496" y="670"/>
                </a:cubicBezTo>
                <a:cubicBezTo>
                  <a:pt x="1497" y="685"/>
                  <a:pt x="1498" y="700"/>
                  <a:pt x="1499" y="716"/>
                </a:cubicBezTo>
                <a:cubicBezTo>
                  <a:pt x="1499" y="720"/>
                  <a:pt x="1496" y="724"/>
                  <a:pt x="1491" y="725"/>
                </a:cubicBezTo>
                <a:cubicBezTo>
                  <a:pt x="1491" y="725"/>
                  <a:pt x="1491" y="725"/>
                  <a:pt x="1491" y="725"/>
                </a:cubicBezTo>
                <a:close/>
                <a:moveTo>
                  <a:pt x="1481" y="635"/>
                </a:moveTo>
                <a:cubicBezTo>
                  <a:pt x="1477" y="635"/>
                  <a:pt x="1473" y="632"/>
                  <a:pt x="1473" y="628"/>
                </a:cubicBezTo>
                <a:cubicBezTo>
                  <a:pt x="1472" y="625"/>
                  <a:pt x="1473" y="623"/>
                  <a:pt x="1474" y="621"/>
                </a:cubicBezTo>
                <a:cubicBezTo>
                  <a:pt x="1475" y="619"/>
                  <a:pt x="1477" y="618"/>
                  <a:pt x="1480" y="618"/>
                </a:cubicBezTo>
                <a:cubicBezTo>
                  <a:pt x="1484" y="617"/>
                  <a:pt x="1489" y="620"/>
                  <a:pt x="1489" y="625"/>
                </a:cubicBezTo>
                <a:cubicBezTo>
                  <a:pt x="1490" y="627"/>
                  <a:pt x="1489" y="629"/>
                  <a:pt x="1488" y="631"/>
                </a:cubicBezTo>
                <a:cubicBezTo>
                  <a:pt x="1487" y="633"/>
                  <a:pt x="1485" y="634"/>
                  <a:pt x="1482" y="635"/>
                </a:cubicBezTo>
                <a:cubicBezTo>
                  <a:pt x="1482" y="635"/>
                  <a:pt x="1482" y="635"/>
                  <a:pt x="1481" y="635"/>
                </a:cubicBezTo>
                <a:close/>
                <a:moveTo>
                  <a:pt x="27" y="591"/>
                </a:moveTo>
                <a:cubicBezTo>
                  <a:pt x="27" y="591"/>
                  <a:pt x="27" y="591"/>
                  <a:pt x="27" y="591"/>
                </a:cubicBezTo>
                <a:cubicBezTo>
                  <a:pt x="27" y="591"/>
                  <a:pt x="27" y="591"/>
                  <a:pt x="27" y="591"/>
                </a:cubicBezTo>
                <a:cubicBezTo>
                  <a:pt x="27" y="591"/>
                  <a:pt x="26" y="591"/>
                  <a:pt x="25" y="591"/>
                </a:cubicBezTo>
                <a:cubicBezTo>
                  <a:pt x="21" y="590"/>
                  <a:pt x="18" y="585"/>
                  <a:pt x="19" y="580"/>
                </a:cubicBezTo>
                <a:cubicBezTo>
                  <a:pt x="20" y="576"/>
                  <a:pt x="25" y="573"/>
                  <a:pt x="29" y="574"/>
                </a:cubicBezTo>
                <a:cubicBezTo>
                  <a:pt x="34" y="575"/>
                  <a:pt x="37" y="580"/>
                  <a:pt x="35" y="584"/>
                </a:cubicBezTo>
                <a:cubicBezTo>
                  <a:pt x="35" y="588"/>
                  <a:pt x="31" y="591"/>
                  <a:pt x="27" y="591"/>
                </a:cubicBezTo>
                <a:close/>
                <a:moveTo>
                  <a:pt x="1472" y="590"/>
                </a:moveTo>
                <a:cubicBezTo>
                  <a:pt x="1468" y="590"/>
                  <a:pt x="1465" y="588"/>
                  <a:pt x="1464" y="584"/>
                </a:cubicBezTo>
                <a:cubicBezTo>
                  <a:pt x="1453" y="535"/>
                  <a:pt x="1436" y="488"/>
                  <a:pt x="1416" y="443"/>
                </a:cubicBezTo>
                <a:cubicBezTo>
                  <a:pt x="1405" y="420"/>
                  <a:pt x="1394" y="398"/>
                  <a:pt x="1381" y="377"/>
                </a:cubicBezTo>
                <a:cubicBezTo>
                  <a:pt x="1379" y="373"/>
                  <a:pt x="1380" y="368"/>
                  <a:pt x="1384" y="365"/>
                </a:cubicBezTo>
                <a:cubicBezTo>
                  <a:pt x="1388" y="363"/>
                  <a:pt x="1393" y="364"/>
                  <a:pt x="1396" y="368"/>
                </a:cubicBezTo>
                <a:cubicBezTo>
                  <a:pt x="1408" y="390"/>
                  <a:pt x="1420" y="413"/>
                  <a:pt x="1431" y="436"/>
                </a:cubicBezTo>
                <a:cubicBezTo>
                  <a:pt x="1452" y="481"/>
                  <a:pt x="1469" y="530"/>
                  <a:pt x="1480" y="579"/>
                </a:cubicBezTo>
                <a:cubicBezTo>
                  <a:pt x="1480" y="580"/>
                  <a:pt x="1480" y="580"/>
                  <a:pt x="1480" y="580"/>
                </a:cubicBezTo>
                <a:cubicBezTo>
                  <a:pt x="1481" y="584"/>
                  <a:pt x="1479" y="589"/>
                  <a:pt x="1474" y="590"/>
                </a:cubicBezTo>
                <a:cubicBezTo>
                  <a:pt x="1473" y="590"/>
                  <a:pt x="1473" y="590"/>
                  <a:pt x="1472" y="590"/>
                </a:cubicBezTo>
                <a:close/>
                <a:moveTo>
                  <a:pt x="39" y="547"/>
                </a:moveTo>
                <a:cubicBezTo>
                  <a:pt x="38" y="547"/>
                  <a:pt x="37" y="547"/>
                  <a:pt x="36" y="547"/>
                </a:cubicBezTo>
                <a:cubicBezTo>
                  <a:pt x="34" y="546"/>
                  <a:pt x="32" y="545"/>
                  <a:pt x="31" y="543"/>
                </a:cubicBezTo>
                <a:cubicBezTo>
                  <a:pt x="30" y="541"/>
                  <a:pt x="30" y="538"/>
                  <a:pt x="31" y="536"/>
                </a:cubicBezTo>
                <a:cubicBezTo>
                  <a:pt x="35" y="522"/>
                  <a:pt x="40" y="507"/>
                  <a:pt x="45" y="493"/>
                </a:cubicBezTo>
                <a:cubicBezTo>
                  <a:pt x="47" y="488"/>
                  <a:pt x="52" y="486"/>
                  <a:pt x="56" y="488"/>
                </a:cubicBezTo>
                <a:cubicBezTo>
                  <a:pt x="60" y="489"/>
                  <a:pt x="63" y="494"/>
                  <a:pt x="61" y="499"/>
                </a:cubicBezTo>
                <a:cubicBezTo>
                  <a:pt x="56" y="513"/>
                  <a:pt x="51" y="527"/>
                  <a:pt x="47" y="541"/>
                </a:cubicBezTo>
                <a:cubicBezTo>
                  <a:pt x="46" y="545"/>
                  <a:pt x="42" y="547"/>
                  <a:pt x="39" y="547"/>
                </a:cubicBezTo>
                <a:close/>
                <a:moveTo>
                  <a:pt x="70" y="462"/>
                </a:moveTo>
                <a:cubicBezTo>
                  <a:pt x="69" y="462"/>
                  <a:pt x="67" y="462"/>
                  <a:pt x="66" y="461"/>
                </a:cubicBezTo>
                <a:cubicBezTo>
                  <a:pt x="64" y="461"/>
                  <a:pt x="63" y="459"/>
                  <a:pt x="62" y="457"/>
                </a:cubicBezTo>
                <a:cubicBezTo>
                  <a:pt x="61" y="455"/>
                  <a:pt x="61" y="452"/>
                  <a:pt x="62" y="450"/>
                </a:cubicBezTo>
                <a:cubicBezTo>
                  <a:pt x="93" y="380"/>
                  <a:pt x="134" y="316"/>
                  <a:pt x="184" y="258"/>
                </a:cubicBezTo>
                <a:cubicBezTo>
                  <a:pt x="184" y="258"/>
                  <a:pt x="184" y="258"/>
                  <a:pt x="184" y="258"/>
                </a:cubicBezTo>
                <a:cubicBezTo>
                  <a:pt x="187" y="254"/>
                  <a:pt x="193" y="254"/>
                  <a:pt x="196" y="257"/>
                </a:cubicBezTo>
                <a:cubicBezTo>
                  <a:pt x="199" y="260"/>
                  <a:pt x="200" y="265"/>
                  <a:pt x="197" y="269"/>
                </a:cubicBezTo>
                <a:cubicBezTo>
                  <a:pt x="147" y="325"/>
                  <a:pt x="107" y="389"/>
                  <a:pt x="78" y="457"/>
                </a:cubicBezTo>
                <a:cubicBezTo>
                  <a:pt x="76" y="460"/>
                  <a:pt x="73" y="462"/>
                  <a:pt x="70" y="462"/>
                </a:cubicBezTo>
                <a:close/>
                <a:moveTo>
                  <a:pt x="1364" y="343"/>
                </a:moveTo>
                <a:cubicBezTo>
                  <a:pt x="1364" y="343"/>
                  <a:pt x="1364" y="343"/>
                  <a:pt x="1364" y="343"/>
                </a:cubicBezTo>
                <a:cubicBezTo>
                  <a:pt x="1361" y="343"/>
                  <a:pt x="1359" y="341"/>
                  <a:pt x="1357" y="339"/>
                </a:cubicBezTo>
                <a:cubicBezTo>
                  <a:pt x="1349" y="327"/>
                  <a:pt x="1340" y="315"/>
                  <a:pt x="1331" y="303"/>
                </a:cubicBezTo>
                <a:cubicBezTo>
                  <a:pt x="1328" y="299"/>
                  <a:pt x="1329" y="294"/>
                  <a:pt x="1332" y="291"/>
                </a:cubicBezTo>
                <a:cubicBezTo>
                  <a:pt x="1336" y="288"/>
                  <a:pt x="1341" y="289"/>
                  <a:pt x="1344" y="293"/>
                </a:cubicBezTo>
                <a:cubicBezTo>
                  <a:pt x="1353" y="304"/>
                  <a:pt x="1362" y="317"/>
                  <a:pt x="1371" y="330"/>
                </a:cubicBezTo>
                <a:cubicBezTo>
                  <a:pt x="1371" y="330"/>
                  <a:pt x="1371" y="330"/>
                  <a:pt x="1371" y="330"/>
                </a:cubicBezTo>
                <a:cubicBezTo>
                  <a:pt x="1372" y="332"/>
                  <a:pt x="1373" y="334"/>
                  <a:pt x="1372" y="336"/>
                </a:cubicBezTo>
                <a:cubicBezTo>
                  <a:pt x="1372" y="338"/>
                  <a:pt x="1371" y="340"/>
                  <a:pt x="1369" y="341"/>
                </a:cubicBezTo>
                <a:cubicBezTo>
                  <a:pt x="1367" y="342"/>
                  <a:pt x="1366" y="343"/>
                  <a:pt x="1364" y="343"/>
                </a:cubicBezTo>
                <a:close/>
                <a:moveTo>
                  <a:pt x="1309" y="271"/>
                </a:moveTo>
                <a:cubicBezTo>
                  <a:pt x="1306" y="271"/>
                  <a:pt x="1304" y="270"/>
                  <a:pt x="1302" y="268"/>
                </a:cubicBezTo>
                <a:cubicBezTo>
                  <a:pt x="1301" y="267"/>
                  <a:pt x="1300" y="264"/>
                  <a:pt x="1300" y="262"/>
                </a:cubicBezTo>
                <a:cubicBezTo>
                  <a:pt x="1300" y="260"/>
                  <a:pt x="1301" y="258"/>
                  <a:pt x="1303" y="256"/>
                </a:cubicBezTo>
                <a:cubicBezTo>
                  <a:pt x="1307" y="253"/>
                  <a:pt x="1312" y="254"/>
                  <a:pt x="1315" y="257"/>
                </a:cubicBezTo>
                <a:cubicBezTo>
                  <a:pt x="1315" y="257"/>
                  <a:pt x="1315" y="257"/>
                  <a:pt x="1315" y="257"/>
                </a:cubicBezTo>
                <a:cubicBezTo>
                  <a:pt x="1318" y="261"/>
                  <a:pt x="1318" y="266"/>
                  <a:pt x="1314" y="269"/>
                </a:cubicBezTo>
                <a:cubicBezTo>
                  <a:pt x="1313" y="270"/>
                  <a:pt x="1311" y="271"/>
                  <a:pt x="1309" y="271"/>
                </a:cubicBezTo>
                <a:close/>
                <a:moveTo>
                  <a:pt x="221" y="238"/>
                </a:moveTo>
                <a:cubicBezTo>
                  <a:pt x="219" y="238"/>
                  <a:pt x="217" y="238"/>
                  <a:pt x="215" y="236"/>
                </a:cubicBezTo>
                <a:cubicBezTo>
                  <a:pt x="212" y="233"/>
                  <a:pt x="212" y="227"/>
                  <a:pt x="215" y="224"/>
                </a:cubicBezTo>
                <a:cubicBezTo>
                  <a:pt x="218" y="221"/>
                  <a:pt x="224" y="221"/>
                  <a:pt x="227" y="224"/>
                </a:cubicBezTo>
                <a:cubicBezTo>
                  <a:pt x="230" y="227"/>
                  <a:pt x="230" y="233"/>
                  <a:pt x="227" y="236"/>
                </a:cubicBezTo>
                <a:cubicBezTo>
                  <a:pt x="226" y="238"/>
                  <a:pt x="223" y="238"/>
                  <a:pt x="221" y="238"/>
                </a:cubicBezTo>
                <a:close/>
                <a:moveTo>
                  <a:pt x="1278" y="238"/>
                </a:moveTo>
                <a:cubicBezTo>
                  <a:pt x="1276" y="238"/>
                  <a:pt x="1274" y="237"/>
                  <a:pt x="1272" y="236"/>
                </a:cubicBezTo>
                <a:cubicBezTo>
                  <a:pt x="1265" y="228"/>
                  <a:pt x="1257" y="221"/>
                  <a:pt x="1250" y="214"/>
                </a:cubicBezTo>
                <a:cubicBezTo>
                  <a:pt x="1203" y="170"/>
                  <a:pt x="1150" y="133"/>
                  <a:pt x="1093" y="102"/>
                </a:cubicBezTo>
                <a:cubicBezTo>
                  <a:pt x="1091" y="101"/>
                  <a:pt x="1090" y="99"/>
                  <a:pt x="1089" y="97"/>
                </a:cubicBezTo>
                <a:cubicBezTo>
                  <a:pt x="1089" y="95"/>
                  <a:pt x="1089" y="93"/>
                  <a:pt x="1090" y="91"/>
                </a:cubicBezTo>
                <a:cubicBezTo>
                  <a:pt x="1092" y="87"/>
                  <a:pt x="1097" y="85"/>
                  <a:pt x="1101" y="87"/>
                </a:cubicBezTo>
                <a:cubicBezTo>
                  <a:pt x="1160" y="118"/>
                  <a:pt x="1214" y="157"/>
                  <a:pt x="1262" y="202"/>
                </a:cubicBezTo>
                <a:cubicBezTo>
                  <a:pt x="1269" y="209"/>
                  <a:pt x="1277" y="216"/>
                  <a:pt x="1284" y="224"/>
                </a:cubicBezTo>
                <a:cubicBezTo>
                  <a:pt x="1287" y="227"/>
                  <a:pt x="1287" y="232"/>
                  <a:pt x="1284" y="236"/>
                </a:cubicBezTo>
                <a:cubicBezTo>
                  <a:pt x="1282" y="237"/>
                  <a:pt x="1280" y="238"/>
                  <a:pt x="1278" y="238"/>
                </a:cubicBezTo>
                <a:close/>
                <a:moveTo>
                  <a:pt x="254" y="207"/>
                </a:moveTo>
                <a:cubicBezTo>
                  <a:pt x="251" y="207"/>
                  <a:pt x="249" y="206"/>
                  <a:pt x="247" y="204"/>
                </a:cubicBezTo>
                <a:cubicBezTo>
                  <a:pt x="246" y="203"/>
                  <a:pt x="245" y="201"/>
                  <a:pt x="245" y="198"/>
                </a:cubicBezTo>
                <a:cubicBezTo>
                  <a:pt x="245" y="196"/>
                  <a:pt x="246" y="194"/>
                  <a:pt x="248" y="192"/>
                </a:cubicBezTo>
                <a:cubicBezTo>
                  <a:pt x="259" y="182"/>
                  <a:pt x="271" y="172"/>
                  <a:pt x="283" y="163"/>
                </a:cubicBezTo>
                <a:cubicBezTo>
                  <a:pt x="287" y="160"/>
                  <a:pt x="292" y="161"/>
                  <a:pt x="295" y="164"/>
                </a:cubicBezTo>
                <a:cubicBezTo>
                  <a:pt x="298" y="168"/>
                  <a:pt x="297" y="173"/>
                  <a:pt x="294" y="176"/>
                </a:cubicBezTo>
                <a:cubicBezTo>
                  <a:pt x="282" y="185"/>
                  <a:pt x="270" y="195"/>
                  <a:pt x="259" y="205"/>
                </a:cubicBezTo>
                <a:cubicBezTo>
                  <a:pt x="258" y="206"/>
                  <a:pt x="256" y="207"/>
                  <a:pt x="254" y="207"/>
                </a:cubicBezTo>
                <a:close/>
                <a:moveTo>
                  <a:pt x="325" y="151"/>
                </a:moveTo>
                <a:cubicBezTo>
                  <a:pt x="322" y="151"/>
                  <a:pt x="319" y="150"/>
                  <a:pt x="318" y="147"/>
                </a:cubicBezTo>
                <a:cubicBezTo>
                  <a:pt x="316" y="145"/>
                  <a:pt x="316" y="143"/>
                  <a:pt x="316" y="141"/>
                </a:cubicBezTo>
                <a:cubicBezTo>
                  <a:pt x="317" y="139"/>
                  <a:pt x="318" y="137"/>
                  <a:pt x="320" y="135"/>
                </a:cubicBezTo>
                <a:cubicBezTo>
                  <a:pt x="361" y="106"/>
                  <a:pt x="405" y="82"/>
                  <a:pt x="451" y="62"/>
                </a:cubicBezTo>
                <a:cubicBezTo>
                  <a:pt x="475" y="52"/>
                  <a:pt x="499" y="42"/>
                  <a:pt x="524" y="34"/>
                </a:cubicBezTo>
                <a:cubicBezTo>
                  <a:pt x="524" y="34"/>
                  <a:pt x="524" y="34"/>
                  <a:pt x="524" y="34"/>
                </a:cubicBezTo>
                <a:cubicBezTo>
                  <a:pt x="524" y="34"/>
                  <a:pt x="524" y="34"/>
                  <a:pt x="524" y="34"/>
                </a:cubicBezTo>
                <a:cubicBezTo>
                  <a:pt x="529" y="33"/>
                  <a:pt x="533" y="36"/>
                  <a:pt x="535" y="40"/>
                </a:cubicBezTo>
                <a:cubicBezTo>
                  <a:pt x="536" y="44"/>
                  <a:pt x="534" y="49"/>
                  <a:pt x="529" y="51"/>
                </a:cubicBezTo>
                <a:cubicBezTo>
                  <a:pt x="505" y="58"/>
                  <a:pt x="481" y="67"/>
                  <a:pt x="458" y="77"/>
                </a:cubicBezTo>
                <a:cubicBezTo>
                  <a:pt x="413" y="97"/>
                  <a:pt x="370" y="121"/>
                  <a:pt x="329" y="149"/>
                </a:cubicBezTo>
                <a:cubicBezTo>
                  <a:pt x="328" y="150"/>
                  <a:pt x="326" y="151"/>
                  <a:pt x="325" y="151"/>
                </a:cubicBezTo>
                <a:close/>
                <a:moveTo>
                  <a:pt x="1057" y="83"/>
                </a:moveTo>
                <a:cubicBezTo>
                  <a:pt x="1056" y="83"/>
                  <a:pt x="1054" y="83"/>
                  <a:pt x="1053" y="82"/>
                </a:cubicBezTo>
                <a:cubicBezTo>
                  <a:pt x="1040" y="76"/>
                  <a:pt x="1026" y="70"/>
                  <a:pt x="1012" y="65"/>
                </a:cubicBezTo>
                <a:cubicBezTo>
                  <a:pt x="1008" y="64"/>
                  <a:pt x="1005" y="59"/>
                  <a:pt x="1007" y="54"/>
                </a:cubicBezTo>
                <a:cubicBezTo>
                  <a:pt x="1009" y="50"/>
                  <a:pt x="1014" y="48"/>
                  <a:pt x="1018" y="49"/>
                </a:cubicBezTo>
                <a:cubicBezTo>
                  <a:pt x="1032" y="55"/>
                  <a:pt x="1046" y="61"/>
                  <a:pt x="1060" y="67"/>
                </a:cubicBezTo>
                <a:cubicBezTo>
                  <a:pt x="1065" y="69"/>
                  <a:pt x="1066" y="74"/>
                  <a:pt x="1064" y="78"/>
                </a:cubicBezTo>
                <a:cubicBezTo>
                  <a:pt x="1063" y="81"/>
                  <a:pt x="1060" y="83"/>
                  <a:pt x="1057" y="83"/>
                </a:cubicBezTo>
                <a:close/>
                <a:moveTo>
                  <a:pt x="972" y="51"/>
                </a:moveTo>
                <a:cubicBezTo>
                  <a:pt x="971" y="51"/>
                  <a:pt x="971" y="51"/>
                  <a:pt x="970" y="50"/>
                </a:cubicBezTo>
                <a:cubicBezTo>
                  <a:pt x="968" y="50"/>
                  <a:pt x="966" y="48"/>
                  <a:pt x="965" y="46"/>
                </a:cubicBezTo>
                <a:cubicBezTo>
                  <a:pt x="964" y="44"/>
                  <a:pt x="964" y="42"/>
                  <a:pt x="964" y="40"/>
                </a:cubicBezTo>
                <a:cubicBezTo>
                  <a:pt x="966" y="35"/>
                  <a:pt x="970" y="33"/>
                  <a:pt x="975" y="34"/>
                </a:cubicBezTo>
                <a:cubicBezTo>
                  <a:pt x="979" y="36"/>
                  <a:pt x="982" y="40"/>
                  <a:pt x="980" y="45"/>
                </a:cubicBezTo>
                <a:cubicBezTo>
                  <a:pt x="979" y="48"/>
                  <a:pt x="976" y="51"/>
                  <a:pt x="972" y="51"/>
                </a:cubicBezTo>
                <a:close/>
                <a:moveTo>
                  <a:pt x="570" y="39"/>
                </a:moveTo>
                <a:cubicBezTo>
                  <a:pt x="570" y="39"/>
                  <a:pt x="570" y="39"/>
                  <a:pt x="570" y="39"/>
                </a:cubicBezTo>
                <a:cubicBezTo>
                  <a:pt x="566" y="39"/>
                  <a:pt x="563" y="36"/>
                  <a:pt x="562" y="32"/>
                </a:cubicBezTo>
                <a:cubicBezTo>
                  <a:pt x="561" y="28"/>
                  <a:pt x="564" y="23"/>
                  <a:pt x="568" y="22"/>
                </a:cubicBezTo>
                <a:cubicBezTo>
                  <a:pt x="573" y="21"/>
                  <a:pt x="577" y="24"/>
                  <a:pt x="578" y="28"/>
                </a:cubicBezTo>
                <a:cubicBezTo>
                  <a:pt x="579" y="31"/>
                  <a:pt x="579" y="33"/>
                  <a:pt x="577" y="35"/>
                </a:cubicBezTo>
                <a:cubicBezTo>
                  <a:pt x="577" y="36"/>
                  <a:pt x="575" y="37"/>
                  <a:pt x="573" y="38"/>
                </a:cubicBezTo>
                <a:cubicBezTo>
                  <a:pt x="574" y="38"/>
                  <a:pt x="574" y="38"/>
                  <a:pt x="574" y="38"/>
                </a:cubicBezTo>
                <a:cubicBezTo>
                  <a:pt x="572" y="39"/>
                  <a:pt x="572" y="39"/>
                  <a:pt x="572" y="39"/>
                </a:cubicBezTo>
                <a:cubicBezTo>
                  <a:pt x="572" y="39"/>
                  <a:pt x="571" y="39"/>
                  <a:pt x="570" y="39"/>
                </a:cubicBezTo>
                <a:close/>
                <a:moveTo>
                  <a:pt x="929" y="39"/>
                </a:moveTo>
                <a:cubicBezTo>
                  <a:pt x="928" y="39"/>
                  <a:pt x="927" y="39"/>
                  <a:pt x="927" y="38"/>
                </a:cubicBezTo>
                <a:cubicBezTo>
                  <a:pt x="869" y="24"/>
                  <a:pt x="810" y="17"/>
                  <a:pt x="750" y="17"/>
                </a:cubicBezTo>
                <a:cubicBezTo>
                  <a:pt x="744" y="17"/>
                  <a:pt x="738" y="17"/>
                  <a:pt x="733" y="17"/>
                </a:cubicBezTo>
                <a:cubicBezTo>
                  <a:pt x="724" y="17"/>
                  <a:pt x="714" y="18"/>
                  <a:pt x="705" y="18"/>
                </a:cubicBezTo>
                <a:cubicBezTo>
                  <a:pt x="700" y="19"/>
                  <a:pt x="696" y="15"/>
                  <a:pt x="696" y="10"/>
                </a:cubicBezTo>
                <a:cubicBezTo>
                  <a:pt x="695" y="6"/>
                  <a:pt x="699" y="2"/>
                  <a:pt x="704" y="1"/>
                </a:cubicBezTo>
                <a:cubicBezTo>
                  <a:pt x="713" y="1"/>
                  <a:pt x="723" y="0"/>
                  <a:pt x="733" y="0"/>
                </a:cubicBezTo>
                <a:cubicBezTo>
                  <a:pt x="738" y="0"/>
                  <a:pt x="744" y="0"/>
                  <a:pt x="750" y="0"/>
                </a:cubicBezTo>
                <a:cubicBezTo>
                  <a:pt x="811" y="0"/>
                  <a:pt x="872" y="7"/>
                  <a:pt x="931" y="22"/>
                </a:cubicBezTo>
                <a:cubicBezTo>
                  <a:pt x="933" y="23"/>
                  <a:pt x="935" y="24"/>
                  <a:pt x="936" y="26"/>
                </a:cubicBezTo>
                <a:cubicBezTo>
                  <a:pt x="937" y="28"/>
                  <a:pt x="938" y="30"/>
                  <a:pt x="937" y="32"/>
                </a:cubicBezTo>
                <a:cubicBezTo>
                  <a:pt x="936" y="36"/>
                  <a:pt x="933" y="39"/>
                  <a:pt x="929" y="39"/>
                </a:cubicBezTo>
                <a:close/>
                <a:moveTo>
                  <a:pt x="614" y="29"/>
                </a:moveTo>
                <a:cubicBezTo>
                  <a:pt x="610" y="29"/>
                  <a:pt x="607" y="26"/>
                  <a:pt x="606" y="22"/>
                </a:cubicBezTo>
                <a:cubicBezTo>
                  <a:pt x="605" y="18"/>
                  <a:pt x="608" y="13"/>
                  <a:pt x="613" y="12"/>
                </a:cubicBezTo>
                <a:cubicBezTo>
                  <a:pt x="628" y="10"/>
                  <a:pt x="643" y="7"/>
                  <a:pt x="658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63" y="5"/>
                  <a:pt x="667" y="8"/>
                  <a:pt x="668" y="13"/>
                </a:cubicBezTo>
                <a:cubicBezTo>
                  <a:pt x="668" y="18"/>
                  <a:pt x="665" y="22"/>
                  <a:pt x="660" y="22"/>
                </a:cubicBezTo>
                <a:cubicBezTo>
                  <a:pt x="645" y="24"/>
                  <a:pt x="631" y="26"/>
                  <a:pt x="616" y="29"/>
                </a:cubicBezTo>
                <a:cubicBezTo>
                  <a:pt x="615" y="29"/>
                  <a:pt x="615" y="29"/>
                  <a:pt x="614" y="29"/>
                </a:cubicBezTo>
                <a:close/>
              </a:path>
            </a:pathLst>
          </a:custGeom>
          <a:solidFill>
            <a:srgbClr val="93E3FF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34" name="Google Shape;334;p34"/>
          <p:cNvSpPr/>
          <p:nvPr/>
        </p:nvSpPr>
        <p:spPr>
          <a:xfrm rot="5400000">
            <a:off x="3532703" y="1583665"/>
            <a:ext cx="516061" cy="516061"/>
          </a:xfrm>
          <a:custGeom>
            <a:rect b="b" l="l" r="r" t="t"/>
            <a:pathLst>
              <a:path extrusionOk="0" h="565546" w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sx="1000" rotWithShape="0" algn="ctr" sy="1000">
              <a:srgbClr val="000000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35" name="Google Shape;335;p34"/>
          <p:cNvSpPr/>
          <p:nvPr/>
        </p:nvSpPr>
        <p:spPr>
          <a:xfrm rot="5400000">
            <a:off x="5108634" y="1583665"/>
            <a:ext cx="516061" cy="516061"/>
          </a:xfrm>
          <a:custGeom>
            <a:rect b="b" l="l" r="r" t="t"/>
            <a:pathLst>
              <a:path extrusionOk="0" h="565546" w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sx="1000" rotWithShape="0" algn="ctr" sy="1000">
              <a:srgbClr val="000000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36" name="Google Shape;336;p34"/>
          <p:cNvSpPr/>
          <p:nvPr/>
        </p:nvSpPr>
        <p:spPr>
          <a:xfrm rot="5400000">
            <a:off x="2900167" y="2570989"/>
            <a:ext cx="516061" cy="516061"/>
          </a:xfrm>
          <a:custGeom>
            <a:rect b="b" l="l" r="r" t="t"/>
            <a:pathLst>
              <a:path extrusionOk="0" h="565546" w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sx="1000" rotWithShape="0" algn="ctr" sy="1000">
              <a:srgbClr val="000000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37" name="Google Shape;337;p34"/>
          <p:cNvSpPr/>
          <p:nvPr/>
        </p:nvSpPr>
        <p:spPr>
          <a:xfrm rot="5400000">
            <a:off x="5425304" y="3794826"/>
            <a:ext cx="516061" cy="516061"/>
          </a:xfrm>
          <a:custGeom>
            <a:rect b="b" l="l" r="r" t="t"/>
            <a:pathLst>
              <a:path extrusionOk="0" h="565546" w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sx="1000" rotWithShape="0" algn="ctr" sy="1000">
              <a:srgbClr val="000000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38" name="Google Shape;338;p34"/>
          <p:cNvSpPr/>
          <p:nvPr/>
        </p:nvSpPr>
        <p:spPr>
          <a:xfrm rot="5400000">
            <a:off x="3255018" y="3794826"/>
            <a:ext cx="516061" cy="516061"/>
          </a:xfrm>
          <a:custGeom>
            <a:rect b="b" l="l" r="r" t="t"/>
            <a:pathLst>
              <a:path extrusionOk="0" h="565546" w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sx="1000" rotWithShape="0" algn="ctr" sy="1000">
              <a:srgbClr val="000000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39" name="Google Shape;339;p34"/>
          <p:cNvSpPr/>
          <p:nvPr/>
        </p:nvSpPr>
        <p:spPr>
          <a:xfrm rot="5400000">
            <a:off x="4333202" y="4277561"/>
            <a:ext cx="516061" cy="516061"/>
          </a:xfrm>
          <a:custGeom>
            <a:rect b="b" l="l" r="r" t="t"/>
            <a:pathLst>
              <a:path extrusionOk="0" h="565546" w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sx="1000" rotWithShape="0" algn="ctr" sy="1000">
              <a:srgbClr val="000000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40" name="Google Shape;340;p34"/>
          <p:cNvSpPr/>
          <p:nvPr/>
        </p:nvSpPr>
        <p:spPr>
          <a:xfrm rot="5400000">
            <a:off x="5773058" y="2570989"/>
            <a:ext cx="516061" cy="516061"/>
          </a:xfrm>
          <a:custGeom>
            <a:rect b="b" l="l" r="r" t="t"/>
            <a:pathLst>
              <a:path extrusionOk="0" h="565546" w="565546">
                <a:moveTo>
                  <a:pt x="0" y="282773"/>
                </a:moveTo>
                <a:cubicBezTo>
                  <a:pt x="0" y="126602"/>
                  <a:pt x="126602" y="0"/>
                  <a:pt x="282773" y="0"/>
                </a:cubicBezTo>
                <a:cubicBezTo>
                  <a:pt x="438944" y="0"/>
                  <a:pt x="565546" y="126602"/>
                  <a:pt x="565546" y="282773"/>
                </a:cubicBezTo>
                <a:cubicBezTo>
                  <a:pt x="565546" y="438944"/>
                  <a:pt x="438944" y="565546"/>
                  <a:pt x="282773" y="565546"/>
                </a:cubicBezTo>
                <a:cubicBezTo>
                  <a:pt x="126602" y="565546"/>
                  <a:pt x="0" y="438944"/>
                  <a:pt x="0" y="28277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sx="1000" rotWithShape="0" algn="ctr" sy="1000">
              <a:srgbClr val="000000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341" name="Google Shape;341;p34"/>
          <p:cNvSpPr txBox="1"/>
          <p:nvPr>
            <p:ph idx="1" type="body"/>
          </p:nvPr>
        </p:nvSpPr>
        <p:spPr>
          <a:xfrm>
            <a:off x="3223908" y="2604992"/>
            <a:ext cx="25803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2" name="Google Shape;342;p34"/>
          <p:cNvSpPr txBox="1"/>
          <p:nvPr>
            <p:ph idx="2" type="body"/>
          </p:nvPr>
        </p:nvSpPr>
        <p:spPr>
          <a:xfrm>
            <a:off x="674201" y="1538528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3" name="Google Shape;343;p34"/>
          <p:cNvSpPr txBox="1"/>
          <p:nvPr>
            <p:ph idx="3" type="body"/>
          </p:nvPr>
        </p:nvSpPr>
        <p:spPr>
          <a:xfrm>
            <a:off x="164173" y="2608604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4" name="Google Shape;344;p34"/>
          <p:cNvSpPr txBox="1"/>
          <p:nvPr>
            <p:ph idx="4" type="body"/>
          </p:nvPr>
        </p:nvSpPr>
        <p:spPr>
          <a:xfrm>
            <a:off x="424155" y="3887045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5" name="Google Shape;345;p34"/>
          <p:cNvSpPr txBox="1"/>
          <p:nvPr>
            <p:ph idx="5" type="body"/>
          </p:nvPr>
        </p:nvSpPr>
        <p:spPr>
          <a:xfrm>
            <a:off x="5772433" y="1538528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6" name="Google Shape;346;p34"/>
          <p:cNvSpPr txBox="1"/>
          <p:nvPr>
            <p:ph idx="6" type="body"/>
          </p:nvPr>
        </p:nvSpPr>
        <p:spPr>
          <a:xfrm>
            <a:off x="6289118" y="2608604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7" name="Google Shape;347;p34"/>
          <p:cNvSpPr txBox="1"/>
          <p:nvPr>
            <p:ph idx="7" type="body"/>
          </p:nvPr>
        </p:nvSpPr>
        <p:spPr>
          <a:xfrm>
            <a:off x="6030776" y="3887045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8" name="Google Shape;348;p34"/>
          <p:cNvSpPr txBox="1"/>
          <p:nvPr>
            <p:ph idx="8" type="body"/>
          </p:nvPr>
        </p:nvSpPr>
        <p:spPr>
          <a:xfrm>
            <a:off x="4921433" y="4595413"/>
            <a:ext cx="2580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нтакты 1" showMasterSp="0">
  <p:cSld name="контакты 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type="title"/>
          </p:nvPr>
        </p:nvSpPr>
        <p:spPr>
          <a:xfrm>
            <a:off x="218747" y="738493"/>
            <a:ext cx="4783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1" name="Google Shape;351;p35"/>
          <p:cNvSpPr txBox="1"/>
          <p:nvPr>
            <p:ph idx="1" type="body"/>
          </p:nvPr>
        </p:nvSpPr>
        <p:spPr>
          <a:xfrm>
            <a:off x="954087" y="2224870"/>
            <a:ext cx="1651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35"/>
          <p:cNvSpPr txBox="1"/>
          <p:nvPr>
            <p:ph idx="2" type="body"/>
          </p:nvPr>
        </p:nvSpPr>
        <p:spPr>
          <a:xfrm>
            <a:off x="954087" y="3006975"/>
            <a:ext cx="1651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3" name="Google Shape;353;p35"/>
          <p:cNvSpPr txBox="1"/>
          <p:nvPr>
            <p:ph idx="3" type="body"/>
          </p:nvPr>
        </p:nvSpPr>
        <p:spPr>
          <a:xfrm>
            <a:off x="954087" y="3789080"/>
            <a:ext cx="1651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4" name="Google Shape;354;p35"/>
          <p:cNvSpPr/>
          <p:nvPr/>
        </p:nvSpPr>
        <p:spPr>
          <a:xfrm rot="8990586">
            <a:off x="6493555" y="-947341"/>
            <a:ext cx="4636427" cy="4605244"/>
          </a:xfrm>
          <a:prstGeom prst="ellipse">
            <a:avLst/>
          </a:prstGeom>
          <a:noFill/>
          <a:ln cap="flat" cmpd="sng" w="393700">
            <a:solidFill>
              <a:srgbClr val="0101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5" name="Google Shape;355;p35"/>
          <p:cNvSpPr/>
          <p:nvPr>
            <p:ph idx="4" type="pic"/>
          </p:nvPr>
        </p:nvSpPr>
        <p:spPr>
          <a:xfrm>
            <a:off x="4777979" y="906304"/>
            <a:ext cx="2658600" cy="3583800"/>
          </a:xfrm>
          <a:prstGeom prst="roundRect">
            <a:avLst>
              <a:gd fmla="val 8642" name="adj"/>
            </a:avLst>
          </a:prstGeom>
          <a:solidFill>
            <a:schemeClr val="lt1"/>
          </a:solidFill>
          <a:ln cap="flat" cmpd="sng" w="19050">
            <a:solidFill>
              <a:srgbClr val="93E3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35"/>
          <p:cNvSpPr txBox="1"/>
          <p:nvPr>
            <p:ph idx="5" type="subTitle"/>
          </p:nvPr>
        </p:nvSpPr>
        <p:spPr>
          <a:xfrm>
            <a:off x="226629" y="1367273"/>
            <a:ext cx="4193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нтакты 2" showMasterSp="0">
  <p:cSld name="контакты 2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>
            <p:ph type="title"/>
          </p:nvPr>
        </p:nvSpPr>
        <p:spPr>
          <a:xfrm>
            <a:off x="218746" y="738493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9" name="Google Shape;359;p36"/>
          <p:cNvSpPr txBox="1"/>
          <p:nvPr>
            <p:ph idx="1" type="body"/>
          </p:nvPr>
        </p:nvSpPr>
        <p:spPr>
          <a:xfrm>
            <a:off x="218747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36"/>
          <p:cNvSpPr txBox="1"/>
          <p:nvPr>
            <p:ph idx="2" type="body"/>
          </p:nvPr>
        </p:nvSpPr>
        <p:spPr>
          <a:xfrm>
            <a:off x="895250" y="3095743"/>
            <a:ext cx="1651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1" name="Google Shape;361;p36"/>
          <p:cNvSpPr txBox="1"/>
          <p:nvPr>
            <p:ph idx="3" type="body"/>
          </p:nvPr>
        </p:nvSpPr>
        <p:spPr>
          <a:xfrm>
            <a:off x="895250" y="3877848"/>
            <a:ext cx="1651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2" name="Google Shape;362;p36"/>
          <p:cNvSpPr/>
          <p:nvPr>
            <p:ph idx="4" type="pic"/>
          </p:nvPr>
        </p:nvSpPr>
        <p:spPr>
          <a:xfrm>
            <a:off x="4429126" y="429456"/>
            <a:ext cx="4181100" cy="4111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объекта по центру 1" showMasterSp="0">
  <p:cSld name="3 объекта по центру 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>
            <p:ph type="title"/>
          </p:nvPr>
        </p:nvSpPr>
        <p:spPr>
          <a:xfrm>
            <a:off x="628650" y="1224629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lay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5" name="Google Shape;365;p37"/>
          <p:cNvSpPr txBox="1"/>
          <p:nvPr>
            <p:ph idx="1" type="body"/>
          </p:nvPr>
        </p:nvSpPr>
        <p:spPr>
          <a:xfrm>
            <a:off x="3844733" y="755506"/>
            <a:ext cx="1454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i="0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6" name="Google Shape;366;p37"/>
          <p:cNvSpPr/>
          <p:nvPr/>
        </p:nvSpPr>
        <p:spPr>
          <a:xfrm>
            <a:off x="6371198" y="2104159"/>
            <a:ext cx="2104200" cy="2431500"/>
          </a:xfrm>
          <a:prstGeom prst="roundRect">
            <a:avLst>
              <a:gd fmla="val 10298" name="adj"/>
            </a:avLst>
          </a:prstGeom>
          <a:solidFill>
            <a:srgbClr val="010101">
              <a:alpha val="22350"/>
            </a:srgbClr>
          </a:solidFill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3519920" y="2104159"/>
            <a:ext cx="2104200" cy="2431500"/>
          </a:xfrm>
          <a:prstGeom prst="roundRect">
            <a:avLst>
              <a:gd fmla="val 10298" name="adj"/>
            </a:avLst>
          </a:prstGeom>
          <a:solidFill>
            <a:srgbClr val="010101">
              <a:alpha val="22350"/>
            </a:srgbClr>
          </a:solidFill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" name="Google Shape;368;p37"/>
          <p:cNvSpPr/>
          <p:nvPr/>
        </p:nvSpPr>
        <p:spPr>
          <a:xfrm>
            <a:off x="668643" y="2104159"/>
            <a:ext cx="2104200" cy="2431500"/>
          </a:xfrm>
          <a:prstGeom prst="roundRect">
            <a:avLst>
              <a:gd fmla="val 10298" name="adj"/>
            </a:avLst>
          </a:prstGeom>
          <a:solidFill>
            <a:srgbClr val="010101">
              <a:alpha val="22350"/>
            </a:srgbClr>
          </a:solidFill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37"/>
          <p:cNvSpPr txBox="1"/>
          <p:nvPr>
            <p:ph idx="2" type="body"/>
          </p:nvPr>
        </p:nvSpPr>
        <p:spPr>
          <a:xfrm>
            <a:off x="860804" y="3219226"/>
            <a:ext cx="1719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37"/>
          <p:cNvSpPr txBox="1"/>
          <p:nvPr>
            <p:ph idx="3" type="body"/>
          </p:nvPr>
        </p:nvSpPr>
        <p:spPr>
          <a:xfrm>
            <a:off x="3712082" y="3219226"/>
            <a:ext cx="1719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1" name="Google Shape;371;p37"/>
          <p:cNvSpPr txBox="1"/>
          <p:nvPr>
            <p:ph idx="4" type="body"/>
          </p:nvPr>
        </p:nvSpPr>
        <p:spPr>
          <a:xfrm>
            <a:off x="6563360" y="3219226"/>
            <a:ext cx="1719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объекта по центру 2" showMasterSp="0">
  <p:cSld name="3 объекта по центру 2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/>
          <p:nvPr>
            <p:ph idx="1" type="body"/>
          </p:nvPr>
        </p:nvSpPr>
        <p:spPr>
          <a:xfrm>
            <a:off x="1081539" y="3806430"/>
            <a:ext cx="13449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4" name="Google Shape;374;p38"/>
          <p:cNvSpPr txBox="1"/>
          <p:nvPr>
            <p:ph idx="2" type="body"/>
          </p:nvPr>
        </p:nvSpPr>
        <p:spPr>
          <a:xfrm>
            <a:off x="749944" y="3087677"/>
            <a:ext cx="2007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5" name="Google Shape;375;p38"/>
          <p:cNvSpPr txBox="1"/>
          <p:nvPr>
            <p:ph idx="3" type="body"/>
          </p:nvPr>
        </p:nvSpPr>
        <p:spPr>
          <a:xfrm>
            <a:off x="3899627" y="3806430"/>
            <a:ext cx="13449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38"/>
          <p:cNvSpPr txBox="1"/>
          <p:nvPr>
            <p:ph idx="4" type="body"/>
          </p:nvPr>
        </p:nvSpPr>
        <p:spPr>
          <a:xfrm>
            <a:off x="3568032" y="3087677"/>
            <a:ext cx="2007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7" name="Google Shape;377;p38"/>
          <p:cNvSpPr txBox="1"/>
          <p:nvPr>
            <p:ph idx="5" type="body"/>
          </p:nvPr>
        </p:nvSpPr>
        <p:spPr>
          <a:xfrm>
            <a:off x="6815912" y="3806430"/>
            <a:ext cx="13449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8" name="Google Shape;378;p38"/>
          <p:cNvSpPr txBox="1"/>
          <p:nvPr>
            <p:ph idx="6" type="body"/>
          </p:nvPr>
        </p:nvSpPr>
        <p:spPr>
          <a:xfrm>
            <a:off x="6484317" y="3087677"/>
            <a:ext cx="2007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38"/>
          <p:cNvSpPr/>
          <p:nvPr/>
        </p:nvSpPr>
        <p:spPr>
          <a:xfrm>
            <a:off x="1261865" y="2070674"/>
            <a:ext cx="895200" cy="782700"/>
          </a:xfrm>
          <a:prstGeom prst="roundRect">
            <a:avLst>
              <a:gd fmla="val 14517" name="adj"/>
            </a:avLst>
          </a:prstGeom>
          <a:noFill/>
          <a:ln cap="flat" cmpd="sng" w="12700">
            <a:solidFill>
              <a:srgbClr val="93E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0" name="Google Shape;380;p38"/>
          <p:cNvSpPr/>
          <p:nvPr/>
        </p:nvSpPr>
        <p:spPr>
          <a:xfrm>
            <a:off x="4122671" y="2070674"/>
            <a:ext cx="895200" cy="782700"/>
          </a:xfrm>
          <a:prstGeom prst="roundRect">
            <a:avLst>
              <a:gd fmla="val 14517" name="adj"/>
            </a:avLst>
          </a:prstGeom>
          <a:noFill/>
          <a:ln cap="flat" cmpd="sng" w="12700">
            <a:solidFill>
              <a:srgbClr val="93E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1" name="Google Shape;381;p38"/>
          <p:cNvSpPr/>
          <p:nvPr/>
        </p:nvSpPr>
        <p:spPr>
          <a:xfrm>
            <a:off x="6983477" y="2070674"/>
            <a:ext cx="895200" cy="782700"/>
          </a:xfrm>
          <a:prstGeom prst="roundRect">
            <a:avLst>
              <a:gd fmla="val 14517" name="adj"/>
            </a:avLst>
          </a:prstGeom>
          <a:noFill/>
          <a:ln cap="flat" cmpd="sng" w="12700">
            <a:solidFill>
              <a:srgbClr val="93E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2" name="Google Shape;382;p38"/>
          <p:cNvSpPr txBox="1"/>
          <p:nvPr>
            <p:ph type="title"/>
          </p:nvPr>
        </p:nvSpPr>
        <p:spPr>
          <a:xfrm>
            <a:off x="628650" y="1224629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lay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3" name="Google Shape;383;p38"/>
          <p:cNvSpPr txBox="1"/>
          <p:nvPr>
            <p:ph idx="7" type="body"/>
          </p:nvPr>
        </p:nvSpPr>
        <p:spPr>
          <a:xfrm>
            <a:off x="3844733" y="755506"/>
            <a:ext cx="1454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i="0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" showMasterSp="0">
  <p:cSld name="таблица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"/>
          <p:cNvSpPr txBox="1"/>
          <p:nvPr>
            <p:ph type="title"/>
          </p:nvPr>
        </p:nvSpPr>
        <p:spPr>
          <a:xfrm>
            <a:off x="218746" y="738493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6" name="Google Shape;386;p39"/>
          <p:cNvSpPr txBox="1"/>
          <p:nvPr>
            <p:ph idx="1" type="body"/>
          </p:nvPr>
        </p:nvSpPr>
        <p:spPr>
          <a:xfrm>
            <a:off x="218747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7" name="Google Shape;387;p39"/>
          <p:cNvSpPr txBox="1"/>
          <p:nvPr>
            <p:ph idx="2" type="body"/>
          </p:nvPr>
        </p:nvSpPr>
        <p:spPr>
          <a:xfrm>
            <a:off x="727367" y="2082740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39"/>
          <p:cNvSpPr txBox="1"/>
          <p:nvPr>
            <p:ph idx="3" type="body"/>
          </p:nvPr>
        </p:nvSpPr>
        <p:spPr>
          <a:xfrm>
            <a:off x="727367" y="2818316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9" name="Google Shape;389;p39"/>
          <p:cNvSpPr txBox="1"/>
          <p:nvPr>
            <p:ph idx="4" type="body"/>
          </p:nvPr>
        </p:nvSpPr>
        <p:spPr>
          <a:xfrm>
            <a:off x="727367" y="3584215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иаграмма" showMasterSp="0">
  <p:cSld name="диаграмма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0"/>
          <p:cNvSpPr txBox="1"/>
          <p:nvPr>
            <p:ph type="title"/>
          </p:nvPr>
        </p:nvSpPr>
        <p:spPr>
          <a:xfrm>
            <a:off x="218746" y="738493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2" name="Google Shape;392;p40"/>
          <p:cNvSpPr txBox="1"/>
          <p:nvPr>
            <p:ph idx="1" type="body"/>
          </p:nvPr>
        </p:nvSpPr>
        <p:spPr>
          <a:xfrm>
            <a:off x="218747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3" name="Google Shape;393;p40"/>
          <p:cNvSpPr txBox="1"/>
          <p:nvPr>
            <p:ph idx="2" type="body"/>
          </p:nvPr>
        </p:nvSpPr>
        <p:spPr>
          <a:xfrm>
            <a:off x="5128641" y="2082740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4" name="Google Shape;394;p40"/>
          <p:cNvSpPr txBox="1"/>
          <p:nvPr>
            <p:ph idx="3" type="body"/>
          </p:nvPr>
        </p:nvSpPr>
        <p:spPr>
          <a:xfrm>
            <a:off x="5128642" y="1834912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5" name="Google Shape;395;p40"/>
          <p:cNvSpPr txBox="1"/>
          <p:nvPr>
            <p:ph idx="4" type="body"/>
          </p:nvPr>
        </p:nvSpPr>
        <p:spPr>
          <a:xfrm>
            <a:off x="5128641" y="2818316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6" name="Google Shape;396;p40"/>
          <p:cNvSpPr txBox="1"/>
          <p:nvPr>
            <p:ph idx="5" type="body"/>
          </p:nvPr>
        </p:nvSpPr>
        <p:spPr>
          <a:xfrm>
            <a:off x="5128642" y="2570488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7" name="Google Shape;397;p40"/>
          <p:cNvSpPr txBox="1"/>
          <p:nvPr>
            <p:ph idx="6" type="body"/>
          </p:nvPr>
        </p:nvSpPr>
        <p:spPr>
          <a:xfrm>
            <a:off x="5128641" y="3584215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8" name="Google Shape;398;p40"/>
          <p:cNvSpPr txBox="1"/>
          <p:nvPr>
            <p:ph idx="7" type="body"/>
          </p:nvPr>
        </p:nvSpPr>
        <p:spPr>
          <a:xfrm>
            <a:off x="5128642" y="3336386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9" name="Google Shape;399;p40"/>
          <p:cNvSpPr txBox="1"/>
          <p:nvPr>
            <p:ph idx="8" type="body"/>
          </p:nvPr>
        </p:nvSpPr>
        <p:spPr>
          <a:xfrm>
            <a:off x="5128641" y="4334953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40"/>
          <p:cNvSpPr txBox="1"/>
          <p:nvPr>
            <p:ph idx="9" type="body"/>
          </p:nvPr>
        </p:nvSpPr>
        <p:spPr>
          <a:xfrm>
            <a:off x="5128642" y="4087124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1" name="Google Shape;401;p40"/>
          <p:cNvSpPr/>
          <p:nvPr/>
        </p:nvSpPr>
        <p:spPr>
          <a:xfrm rot="-8518179">
            <a:off x="7169958" y="-1314648"/>
            <a:ext cx="2784871" cy="2766269"/>
          </a:xfrm>
          <a:prstGeom prst="ellipse">
            <a:avLst/>
          </a:prstGeom>
          <a:noFill/>
          <a:ln cap="flat" cmpd="sng" w="393700">
            <a:solidFill>
              <a:srgbClr val="00AEE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" showMasterSp="0">
  <p:cSld name="график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1"/>
          <p:cNvSpPr txBox="1"/>
          <p:nvPr>
            <p:ph type="title"/>
          </p:nvPr>
        </p:nvSpPr>
        <p:spPr>
          <a:xfrm>
            <a:off x="218746" y="738493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4" name="Google Shape;404;p41"/>
          <p:cNvSpPr txBox="1"/>
          <p:nvPr>
            <p:ph idx="1" type="body"/>
          </p:nvPr>
        </p:nvSpPr>
        <p:spPr>
          <a:xfrm>
            <a:off x="218747" y="572578"/>
            <a:ext cx="1168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5" name="Google Shape;405;p41"/>
          <p:cNvSpPr txBox="1"/>
          <p:nvPr>
            <p:ph idx="2" type="body"/>
          </p:nvPr>
        </p:nvSpPr>
        <p:spPr>
          <a:xfrm>
            <a:off x="838042" y="1957382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6" name="Google Shape;406;p41"/>
          <p:cNvSpPr txBox="1"/>
          <p:nvPr>
            <p:ph idx="3" type="body"/>
          </p:nvPr>
        </p:nvSpPr>
        <p:spPr>
          <a:xfrm>
            <a:off x="838042" y="1709554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7" name="Google Shape;407;p41"/>
          <p:cNvSpPr txBox="1"/>
          <p:nvPr>
            <p:ph idx="4" type="body"/>
          </p:nvPr>
        </p:nvSpPr>
        <p:spPr>
          <a:xfrm>
            <a:off x="838042" y="2692958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8" name="Google Shape;408;p41"/>
          <p:cNvSpPr txBox="1"/>
          <p:nvPr>
            <p:ph idx="5" type="body"/>
          </p:nvPr>
        </p:nvSpPr>
        <p:spPr>
          <a:xfrm>
            <a:off x="838042" y="2445130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9" name="Google Shape;409;p41"/>
          <p:cNvSpPr txBox="1"/>
          <p:nvPr>
            <p:ph idx="6" type="body"/>
          </p:nvPr>
        </p:nvSpPr>
        <p:spPr>
          <a:xfrm>
            <a:off x="838042" y="3458857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0" name="Google Shape;410;p41"/>
          <p:cNvSpPr txBox="1"/>
          <p:nvPr>
            <p:ph idx="7" type="body"/>
          </p:nvPr>
        </p:nvSpPr>
        <p:spPr>
          <a:xfrm>
            <a:off x="838042" y="3211028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1" name="Google Shape;411;p41"/>
          <p:cNvSpPr txBox="1"/>
          <p:nvPr>
            <p:ph idx="8" type="body"/>
          </p:nvPr>
        </p:nvSpPr>
        <p:spPr>
          <a:xfrm>
            <a:off x="838042" y="4209595"/>
            <a:ext cx="259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2" name="Google Shape;412;p41"/>
          <p:cNvSpPr txBox="1"/>
          <p:nvPr>
            <p:ph idx="9" type="body"/>
          </p:nvPr>
        </p:nvSpPr>
        <p:spPr>
          <a:xfrm>
            <a:off x="838042" y="3961766"/>
            <a:ext cx="1833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AEEF"/>
              </a:buClr>
              <a:buSzPts val="1400"/>
              <a:buNone/>
              <a:defRPr sz="1400">
                <a:solidFill>
                  <a:srgbClr val="00AEE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25.xml"/><Relationship Id="rId19" Type="http://schemas.openxmlformats.org/officeDocument/2006/relationships/theme" Target="../theme/theme4.xml"/><Relationship Id="rId6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35736" y="124284"/>
            <a:ext cx="35424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1" i="0" sz="7200" u="none" cap="none" strike="noStrike">
                <a:solidFill>
                  <a:srgbClr val="00425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992473" y="1019140"/>
            <a:ext cx="71592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600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8100019" scaled="0"/>
        </a:gra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>
            <p:ph type="title"/>
          </p:nvPr>
        </p:nvSpPr>
        <p:spPr>
          <a:xfrm>
            <a:off x="218746" y="738493"/>
            <a:ext cx="7886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lay"/>
              <a:buNone/>
              <a:defRPr b="1" i="0" sz="30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218746" y="1479143"/>
            <a:ext cx="78867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3"/>
          <p:cNvSpPr txBox="1"/>
          <p:nvPr/>
        </p:nvSpPr>
        <p:spPr>
          <a:xfrm>
            <a:off x="295275" y="274841"/>
            <a:ext cx="201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POWERPOINT </a:t>
            </a:r>
            <a:r>
              <a:rPr b="1" i="0" lang="ru" sz="1400" u="none" cap="none" strike="noStrike">
                <a:solidFill>
                  <a:srgbClr val="93E3FF"/>
                </a:solidFill>
                <a:latin typeface="Mulish"/>
                <a:ea typeface="Mulish"/>
                <a:cs typeface="Mulish"/>
                <a:sym typeface="Mulish"/>
              </a:rPr>
              <a:t>NINJA</a:t>
            </a:r>
            <a:endParaRPr b="1" i="0" sz="1400" u="none" cap="none" strike="noStrike">
              <a:solidFill>
                <a:srgbClr val="93E3F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307523" y="4751603"/>
            <a:ext cx="2339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www.</a:t>
            </a:r>
            <a:r>
              <a:rPr b="0" i="0" lang="ru" sz="1100" u="none" cap="none" strike="noStrike">
                <a:solidFill>
                  <a:srgbClr val="00AEEF"/>
                </a:solidFill>
                <a:latin typeface="Mulish"/>
                <a:ea typeface="Mulish"/>
                <a:cs typeface="Mulish"/>
                <a:sym typeface="Mulish"/>
              </a:rPr>
              <a:t>kimvoronin</a:t>
            </a:r>
            <a:r>
              <a:rPr b="0" i="0" lang="ru" sz="11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.com</a:t>
            </a:r>
            <a:endParaRPr b="0" i="0" sz="1100" u="none" cap="none" strike="noStrik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12" name="Google Shape;212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186">
          <p15:clr>
            <a:srgbClr val="F26B43"/>
          </p15:clr>
        </p15:guide>
        <p15:guide id="4" pos="5583">
          <p15:clr>
            <a:srgbClr val="F26B43"/>
          </p15:clr>
        </p15:guide>
        <p15:guide id="5" orient="horz" pos="3083">
          <p15:clr>
            <a:srgbClr val="F26B43"/>
          </p15:clr>
        </p15:guide>
        <p15:guide id="6" orient="horz" pos="174">
          <p15:clr>
            <a:srgbClr val="F26B43"/>
          </p15:clr>
        </p15:guide>
        <p15:guide id="7" pos="55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21.png"/><Relationship Id="rId8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422" y="4165917"/>
            <a:ext cx="1622884" cy="73103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2"/>
          <p:cNvSpPr/>
          <p:nvPr/>
        </p:nvSpPr>
        <p:spPr>
          <a:xfrm>
            <a:off x="6071851" y="4701048"/>
            <a:ext cx="20733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академия аналитики данных</a:t>
            </a:r>
            <a:endParaRPr sz="1000">
              <a:solidFill>
                <a:srgbClr val="0059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2"/>
          <p:cNvSpPr/>
          <p:nvPr/>
        </p:nvSpPr>
        <p:spPr>
          <a:xfrm>
            <a:off x="6071848" y="4197050"/>
            <a:ext cx="19578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data-diving</a:t>
            </a:r>
            <a:endParaRPr sz="5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1" name="Google Shape;421;p42"/>
          <p:cNvGrpSpPr/>
          <p:nvPr/>
        </p:nvGrpSpPr>
        <p:grpSpPr>
          <a:xfrm>
            <a:off x="6132924" y="3043408"/>
            <a:ext cx="1545362" cy="1153644"/>
            <a:chOff x="13799695" y="6020246"/>
            <a:chExt cx="3397893" cy="2536597"/>
          </a:xfrm>
        </p:grpSpPr>
        <p:sp>
          <p:nvSpPr>
            <p:cNvPr id="422" name="Google Shape;422;p42"/>
            <p:cNvSpPr/>
            <p:nvPr/>
          </p:nvSpPr>
          <p:spPr>
            <a:xfrm>
              <a:off x="13799695" y="8258397"/>
              <a:ext cx="2748280" cy="149225"/>
            </a:xfrm>
            <a:custGeom>
              <a:rect b="b" l="l" r="r" t="t"/>
              <a:pathLst>
                <a:path extrusionOk="0" h="149225" w="2748280">
                  <a:moveTo>
                    <a:pt x="2747665" y="0"/>
                  </a:moveTo>
                  <a:lnTo>
                    <a:pt x="0" y="0"/>
                  </a:lnTo>
                  <a:lnTo>
                    <a:pt x="0" y="149210"/>
                  </a:lnTo>
                  <a:lnTo>
                    <a:pt x="2747665" y="149210"/>
                  </a:lnTo>
                  <a:lnTo>
                    <a:pt x="2747665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3" name="Google Shape;423;p42"/>
            <p:cNvGrpSpPr/>
            <p:nvPr/>
          </p:nvGrpSpPr>
          <p:grpSpPr>
            <a:xfrm>
              <a:off x="13799695" y="6020246"/>
              <a:ext cx="3397893" cy="2536597"/>
              <a:chOff x="13799695" y="6020246"/>
              <a:chExt cx="3397893" cy="2536597"/>
            </a:xfrm>
          </p:grpSpPr>
          <p:sp>
            <p:nvSpPr>
              <p:cNvPr id="424" name="Google Shape;424;p42"/>
              <p:cNvSpPr/>
              <p:nvPr/>
            </p:nvSpPr>
            <p:spPr>
              <a:xfrm>
                <a:off x="13799704" y="7213927"/>
                <a:ext cx="3397884" cy="149225"/>
              </a:xfrm>
              <a:custGeom>
                <a:rect b="b" l="l" r="r" t="t"/>
                <a:pathLst>
                  <a:path extrusionOk="0" h="149225" w="3397884">
                    <a:moveTo>
                      <a:pt x="3397613" y="0"/>
                    </a:moveTo>
                    <a:lnTo>
                      <a:pt x="0" y="0"/>
                    </a:lnTo>
                    <a:lnTo>
                      <a:pt x="0" y="149210"/>
                    </a:lnTo>
                    <a:lnTo>
                      <a:pt x="3397613" y="149210"/>
                    </a:lnTo>
                    <a:lnTo>
                      <a:pt x="3397613" y="0"/>
                    </a:lnTo>
                    <a:close/>
                  </a:path>
                </a:pathLst>
              </a:custGeom>
              <a:solidFill>
                <a:srgbClr val="59BF9C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42"/>
              <p:cNvSpPr/>
              <p:nvPr/>
            </p:nvSpPr>
            <p:spPr>
              <a:xfrm>
                <a:off x="13799695" y="7661557"/>
                <a:ext cx="3310890" cy="149225"/>
              </a:xfrm>
              <a:custGeom>
                <a:rect b="b" l="l" r="r" t="t"/>
                <a:pathLst>
                  <a:path extrusionOk="0" h="149225" w="3310890">
                    <a:moveTo>
                      <a:pt x="3310328" y="0"/>
                    </a:moveTo>
                    <a:lnTo>
                      <a:pt x="0" y="0"/>
                    </a:lnTo>
                    <a:lnTo>
                      <a:pt x="0" y="149210"/>
                    </a:lnTo>
                    <a:lnTo>
                      <a:pt x="3310328" y="149210"/>
                    </a:lnTo>
                    <a:lnTo>
                      <a:pt x="3310328" y="0"/>
                    </a:lnTo>
                    <a:close/>
                  </a:path>
                </a:pathLst>
              </a:custGeom>
              <a:solidFill>
                <a:srgbClr val="0D596E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6" name="Google Shape;426;p42"/>
              <p:cNvGrpSpPr/>
              <p:nvPr/>
            </p:nvGrpSpPr>
            <p:grpSpPr>
              <a:xfrm>
                <a:off x="13799695" y="6020246"/>
                <a:ext cx="3397893" cy="2536597"/>
                <a:chOff x="13799695" y="6020246"/>
                <a:chExt cx="3397893" cy="2536597"/>
              </a:xfrm>
            </p:grpSpPr>
            <p:sp>
              <p:nvSpPr>
                <p:cNvPr id="427" name="Google Shape;427;p42"/>
                <p:cNvSpPr/>
                <p:nvPr/>
              </p:nvSpPr>
              <p:spPr>
                <a:xfrm>
                  <a:off x="13799704" y="6318666"/>
                  <a:ext cx="2974340" cy="149225"/>
                </a:xfrm>
                <a:custGeom>
                  <a:rect b="b" l="l" r="r" t="t"/>
                  <a:pathLst>
                    <a:path extrusionOk="0" h="149225" w="2974340">
                      <a:moveTo>
                        <a:pt x="2973794" y="0"/>
                      </a:moveTo>
                      <a:lnTo>
                        <a:pt x="0" y="0"/>
                      </a:lnTo>
                      <a:lnTo>
                        <a:pt x="0" y="149210"/>
                      </a:lnTo>
                      <a:lnTo>
                        <a:pt x="2973794" y="149210"/>
                      </a:lnTo>
                      <a:lnTo>
                        <a:pt x="2973794" y="0"/>
                      </a:lnTo>
                      <a:close/>
                    </a:path>
                  </a:pathLst>
                </a:custGeom>
                <a:solidFill>
                  <a:srgbClr val="0D596E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8" name="Google Shape;428;p42"/>
                <p:cNvGrpSpPr/>
                <p:nvPr/>
              </p:nvGrpSpPr>
              <p:grpSpPr>
                <a:xfrm>
                  <a:off x="13799695" y="6020246"/>
                  <a:ext cx="3397893" cy="2536597"/>
                  <a:chOff x="13799695" y="6020246"/>
                  <a:chExt cx="3397893" cy="2536597"/>
                </a:xfrm>
              </p:grpSpPr>
              <p:grpSp>
                <p:nvGrpSpPr>
                  <p:cNvPr id="429" name="Google Shape;429;p42"/>
                  <p:cNvGrpSpPr/>
                  <p:nvPr/>
                </p:nvGrpSpPr>
                <p:grpSpPr>
                  <a:xfrm>
                    <a:off x="13799695" y="6020246"/>
                    <a:ext cx="3397893" cy="2536597"/>
                    <a:chOff x="13799695" y="6020246"/>
                    <a:chExt cx="3397893" cy="2536597"/>
                  </a:xfrm>
                </p:grpSpPr>
                <p:grpSp>
                  <p:nvGrpSpPr>
                    <p:cNvPr id="430" name="Google Shape;430;p42"/>
                    <p:cNvGrpSpPr/>
                    <p:nvPr/>
                  </p:nvGrpSpPr>
                  <p:grpSpPr>
                    <a:xfrm>
                      <a:off x="13799695" y="6020246"/>
                      <a:ext cx="2748280" cy="298435"/>
                      <a:chOff x="13799695" y="6020246"/>
                      <a:chExt cx="2748280" cy="298435"/>
                    </a:xfrm>
                  </p:grpSpPr>
                  <p:sp>
                    <p:nvSpPr>
                      <p:cNvPr id="431" name="Google Shape;431;p42"/>
                      <p:cNvSpPr/>
                      <p:nvPr/>
                    </p:nvSpPr>
                    <p:spPr>
                      <a:xfrm>
                        <a:off x="13799706" y="6020246"/>
                        <a:ext cx="2458719" cy="149225"/>
                      </a:xfrm>
                      <a:custGeom>
                        <a:rect b="b" l="l" r="r" t="t"/>
                        <a:pathLst>
                          <a:path extrusionOk="0" h="149225" w="2458719">
                            <a:moveTo>
                              <a:pt x="2458364" y="0"/>
                            </a:moveTo>
                            <a:lnTo>
                              <a:pt x="0" y="0"/>
                            </a:lnTo>
                            <a:lnTo>
                              <a:pt x="0" y="149210"/>
                            </a:lnTo>
                            <a:lnTo>
                              <a:pt x="2458364" y="149210"/>
                            </a:lnTo>
                            <a:lnTo>
                              <a:pt x="2458364" y="0"/>
                            </a:lnTo>
                            <a:close/>
                          </a:path>
                        </a:pathLst>
                      </a:custGeom>
                      <a:solidFill>
                        <a:srgbClr val="008AC2"/>
                      </a:solidFill>
                      <a:ln>
                        <a:noFill/>
                      </a:ln>
                    </p:spPr>
                    <p:txBody>
                      <a:bodyPr anchorCtr="0" anchor="t" bIns="0" lIns="0" spcFirstLastPara="1" rIns="0" wrap="square" tIns="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32" name="Google Shape;432;p42"/>
                      <p:cNvSpPr/>
                      <p:nvPr/>
                    </p:nvSpPr>
                    <p:spPr>
                      <a:xfrm>
                        <a:off x="13799695" y="6169456"/>
                        <a:ext cx="2748280" cy="149225"/>
                      </a:xfrm>
                      <a:custGeom>
                        <a:rect b="b" l="l" r="r" t="t"/>
                        <a:pathLst>
                          <a:path extrusionOk="0" h="149225" w="2748280">
                            <a:moveTo>
                              <a:pt x="2747665" y="0"/>
                            </a:moveTo>
                            <a:lnTo>
                              <a:pt x="0" y="0"/>
                            </a:lnTo>
                            <a:lnTo>
                              <a:pt x="0" y="149199"/>
                            </a:lnTo>
                            <a:lnTo>
                              <a:pt x="2747665" y="149199"/>
                            </a:lnTo>
                            <a:lnTo>
                              <a:pt x="2747665" y="0"/>
                            </a:lnTo>
                            <a:close/>
                          </a:path>
                        </a:pathLst>
                      </a:custGeom>
                      <a:solidFill>
                        <a:srgbClr val="F5D1B3"/>
                      </a:solidFill>
                      <a:ln>
                        <a:noFill/>
                      </a:ln>
                    </p:spPr>
                    <p:txBody>
                      <a:bodyPr anchorCtr="0" anchor="t" bIns="0" lIns="0" spcFirstLastPara="1" rIns="0" wrap="square" tIns="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33" name="Google Shape;433;p42"/>
                    <p:cNvSpPr/>
                    <p:nvPr/>
                  </p:nvSpPr>
                  <p:spPr>
                    <a:xfrm>
                      <a:off x="13799695" y="6617086"/>
                      <a:ext cx="3299459" cy="149225"/>
                    </a:xfrm>
                    <a:custGeom>
                      <a:rect b="b" l="l" r="r" t="t"/>
                      <a:pathLst>
                        <a:path extrusionOk="0" h="149225" w="3299459">
                          <a:moveTo>
                            <a:pt x="3298862" y="0"/>
                          </a:moveTo>
                          <a:lnTo>
                            <a:pt x="0" y="0"/>
                          </a:lnTo>
                          <a:lnTo>
                            <a:pt x="0" y="149210"/>
                          </a:lnTo>
                          <a:lnTo>
                            <a:pt x="3298862" y="149210"/>
                          </a:lnTo>
                          <a:lnTo>
                            <a:pt x="3298862" y="0"/>
                          </a:lnTo>
                          <a:close/>
                        </a:path>
                      </a:pathLst>
                    </a:custGeom>
                    <a:solidFill>
                      <a:srgbClr val="94E3F5"/>
                    </a:solidFill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4" name="Google Shape;434;p42"/>
                    <p:cNvGrpSpPr/>
                    <p:nvPr/>
                  </p:nvGrpSpPr>
                  <p:grpSpPr>
                    <a:xfrm>
                      <a:off x="13799704" y="6915517"/>
                      <a:ext cx="3397884" cy="298425"/>
                      <a:chOff x="13799704" y="6915517"/>
                      <a:chExt cx="3397884" cy="298425"/>
                    </a:xfrm>
                  </p:grpSpPr>
                  <p:sp>
                    <p:nvSpPr>
                      <p:cNvPr id="435" name="Google Shape;435;p42"/>
                      <p:cNvSpPr/>
                      <p:nvPr/>
                    </p:nvSpPr>
                    <p:spPr>
                      <a:xfrm>
                        <a:off x="13799704" y="6915517"/>
                        <a:ext cx="3397884" cy="149225"/>
                      </a:xfrm>
                      <a:custGeom>
                        <a:rect b="b" l="l" r="r" t="t"/>
                        <a:pathLst>
                          <a:path extrusionOk="0" h="149225" w="3397884">
                            <a:moveTo>
                              <a:pt x="3397613" y="0"/>
                            </a:moveTo>
                            <a:lnTo>
                              <a:pt x="0" y="0"/>
                            </a:lnTo>
                            <a:lnTo>
                              <a:pt x="0" y="149199"/>
                            </a:lnTo>
                            <a:lnTo>
                              <a:pt x="3397613" y="149199"/>
                            </a:lnTo>
                            <a:lnTo>
                              <a:pt x="3397613" y="0"/>
                            </a:lnTo>
                            <a:close/>
                          </a:path>
                        </a:pathLst>
                      </a:custGeom>
                      <a:solidFill>
                        <a:srgbClr val="00A6B5"/>
                      </a:solidFill>
                      <a:ln>
                        <a:noFill/>
                      </a:ln>
                    </p:spPr>
                    <p:txBody>
                      <a:bodyPr anchorCtr="0" anchor="t" bIns="0" lIns="0" spcFirstLastPara="1" rIns="0" wrap="square" tIns="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36" name="Google Shape;436;p42"/>
                      <p:cNvSpPr/>
                      <p:nvPr/>
                    </p:nvSpPr>
                    <p:spPr>
                      <a:xfrm>
                        <a:off x="13799704" y="7064717"/>
                        <a:ext cx="3397884" cy="149225"/>
                      </a:xfrm>
                      <a:custGeom>
                        <a:rect b="b" l="l" r="r" t="t"/>
                        <a:pathLst>
                          <a:path extrusionOk="0" h="149225" w="3397884">
                            <a:moveTo>
                              <a:pt x="3397613" y="0"/>
                            </a:moveTo>
                            <a:lnTo>
                              <a:pt x="0" y="0"/>
                            </a:lnTo>
                            <a:lnTo>
                              <a:pt x="0" y="149210"/>
                            </a:lnTo>
                            <a:lnTo>
                              <a:pt x="3397613" y="149210"/>
                            </a:lnTo>
                            <a:lnTo>
                              <a:pt x="3397613" y="0"/>
                            </a:lnTo>
                            <a:close/>
                          </a:path>
                        </a:pathLst>
                      </a:custGeom>
                      <a:solidFill>
                        <a:srgbClr val="F5D1B3"/>
                      </a:solidFill>
                      <a:ln>
                        <a:noFill/>
                      </a:ln>
                    </p:spPr>
                    <p:txBody>
                      <a:bodyPr anchorCtr="0" anchor="t" bIns="0" lIns="0" spcFirstLastPara="1" rIns="0" wrap="square" tIns="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37" name="Google Shape;437;p42"/>
                    <p:cNvGrpSpPr/>
                    <p:nvPr/>
                  </p:nvGrpSpPr>
                  <p:grpSpPr>
                    <a:xfrm>
                      <a:off x="13799704" y="7363137"/>
                      <a:ext cx="3397884" cy="298445"/>
                      <a:chOff x="13799704" y="7363137"/>
                      <a:chExt cx="3397884" cy="298445"/>
                    </a:xfrm>
                  </p:grpSpPr>
                  <p:sp>
                    <p:nvSpPr>
                      <p:cNvPr id="438" name="Google Shape;438;p42"/>
                      <p:cNvSpPr/>
                      <p:nvPr/>
                    </p:nvSpPr>
                    <p:spPr>
                      <a:xfrm>
                        <a:off x="13799704" y="7363137"/>
                        <a:ext cx="3397884" cy="149225"/>
                      </a:xfrm>
                      <a:custGeom>
                        <a:rect b="b" l="l" r="r" t="t"/>
                        <a:pathLst>
                          <a:path extrusionOk="0" h="149225" w="3397884">
                            <a:moveTo>
                              <a:pt x="3397613" y="0"/>
                            </a:moveTo>
                            <a:lnTo>
                              <a:pt x="0" y="0"/>
                            </a:lnTo>
                            <a:lnTo>
                              <a:pt x="0" y="149210"/>
                            </a:lnTo>
                            <a:lnTo>
                              <a:pt x="3397613" y="149210"/>
                            </a:lnTo>
                            <a:lnTo>
                              <a:pt x="3397613" y="0"/>
                            </a:lnTo>
                            <a:close/>
                          </a:path>
                        </a:pathLst>
                      </a:custGeom>
                      <a:solidFill>
                        <a:srgbClr val="94E3F5"/>
                      </a:solidFill>
                      <a:ln>
                        <a:noFill/>
                      </a:ln>
                    </p:spPr>
                    <p:txBody>
                      <a:bodyPr anchorCtr="0" anchor="t" bIns="0" lIns="0" spcFirstLastPara="1" rIns="0" wrap="square" tIns="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39" name="Google Shape;439;p42"/>
                      <p:cNvSpPr/>
                      <p:nvPr/>
                    </p:nvSpPr>
                    <p:spPr>
                      <a:xfrm>
                        <a:off x="13799704" y="7512357"/>
                        <a:ext cx="3397884" cy="149225"/>
                      </a:xfrm>
                      <a:custGeom>
                        <a:rect b="b" l="l" r="r" t="t"/>
                        <a:pathLst>
                          <a:path extrusionOk="0" h="149225" w="3397884">
                            <a:moveTo>
                              <a:pt x="3397613" y="0"/>
                            </a:moveTo>
                            <a:lnTo>
                              <a:pt x="0" y="0"/>
                            </a:lnTo>
                            <a:lnTo>
                              <a:pt x="0" y="149199"/>
                            </a:lnTo>
                            <a:lnTo>
                              <a:pt x="3397613" y="149199"/>
                            </a:lnTo>
                            <a:lnTo>
                              <a:pt x="3397613" y="0"/>
                            </a:lnTo>
                            <a:close/>
                          </a:path>
                        </a:pathLst>
                      </a:custGeom>
                      <a:solidFill>
                        <a:srgbClr val="00A6B5"/>
                      </a:solidFill>
                      <a:ln>
                        <a:noFill/>
                      </a:ln>
                    </p:spPr>
                    <p:txBody>
                      <a:bodyPr anchorCtr="0" anchor="t" bIns="0" lIns="0" spcFirstLastPara="1" rIns="0" wrap="square" tIns="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40" name="Google Shape;440;p42"/>
                    <p:cNvGrpSpPr/>
                    <p:nvPr/>
                  </p:nvGrpSpPr>
                  <p:grpSpPr>
                    <a:xfrm>
                      <a:off x="13799695" y="7810767"/>
                      <a:ext cx="3310890" cy="447656"/>
                      <a:chOff x="13799695" y="7810767"/>
                      <a:chExt cx="3310890" cy="447656"/>
                    </a:xfrm>
                  </p:grpSpPr>
                  <p:sp>
                    <p:nvSpPr>
                      <p:cNvPr id="441" name="Google Shape;441;p42"/>
                      <p:cNvSpPr/>
                      <p:nvPr/>
                    </p:nvSpPr>
                    <p:spPr>
                      <a:xfrm>
                        <a:off x="13799695" y="7810767"/>
                        <a:ext cx="3310890" cy="149225"/>
                      </a:xfrm>
                      <a:custGeom>
                        <a:rect b="b" l="l" r="r" t="t"/>
                        <a:pathLst>
                          <a:path extrusionOk="0" h="149225" w="3310890">
                            <a:moveTo>
                              <a:pt x="3310328" y="0"/>
                            </a:moveTo>
                            <a:lnTo>
                              <a:pt x="0" y="0"/>
                            </a:lnTo>
                            <a:lnTo>
                              <a:pt x="0" y="149210"/>
                            </a:lnTo>
                            <a:lnTo>
                              <a:pt x="3310328" y="149210"/>
                            </a:lnTo>
                            <a:lnTo>
                              <a:pt x="3310328" y="0"/>
                            </a:lnTo>
                            <a:close/>
                          </a:path>
                        </a:pathLst>
                      </a:custGeom>
                      <a:solidFill>
                        <a:srgbClr val="94E3F5"/>
                      </a:solidFill>
                      <a:ln>
                        <a:noFill/>
                      </a:ln>
                    </p:spPr>
                    <p:txBody>
                      <a:bodyPr anchorCtr="0" anchor="t" bIns="0" lIns="0" spcFirstLastPara="1" rIns="0" wrap="square" tIns="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42" name="Google Shape;442;p42"/>
                      <p:cNvSpPr/>
                      <p:nvPr/>
                    </p:nvSpPr>
                    <p:spPr>
                      <a:xfrm>
                        <a:off x="13799695" y="7959988"/>
                        <a:ext cx="3136900" cy="149225"/>
                      </a:xfrm>
                      <a:custGeom>
                        <a:rect b="b" l="l" r="r" t="t"/>
                        <a:pathLst>
                          <a:path extrusionOk="0" h="149225" w="3136900">
                            <a:moveTo>
                              <a:pt x="3136532" y="0"/>
                            </a:moveTo>
                            <a:lnTo>
                              <a:pt x="0" y="0"/>
                            </a:lnTo>
                            <a:lnTo>
                              <a:pt x="0" y="149210"/>
                            </a:lnTo>
                            <a:lnTo>
                              <a:pt x="3136532" y="149210"/>
                            </a:lnTo>
                            <a:lnTo>
                              <a:pt x="3136532" y="0"/>
                            </a:lnTo>
                            <a:close/>
                          </a:path>
                        </a:pathLst>
                      </a:custGeom>
                      <a:solidFill>
                        <a:srgbClr val="00A6B5"/>
                      </a:solidFill>
                      <a:ln>
                        <a:noFill/>
                      </a:ln>
                    </p:spPr>
                    <p:txBody>
                      <a:bodyPr anchorCtr="0" anchor="t" bIns="0" lIns="0" spcFirstLastPara="1" rIns="0" wrap="square" tIns="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43" name="Google Shape;443;p42"/>
                      <p:cNvSpPr/>
                      <p:nvPr/>
                    </p:nvSpPr>
                    <p:spPr>
                      <a:xfrm>
                        <a:off x="13799706" y="8109198"/>
                        <a:ext cx="2974340" cy="149225"/>
                      </a:xfrm>
                      <a:custGeom>
                        <a:rect b="b" l="l" r="r" t="t"/>
                        <a:pathLst>
                          <a:path extrusionOk="0" h="149225" w="2974340">
                            <a:moveTo>
                              <a:pt x="2973794" y="0"/>
                            </a:moveTo>
                            <a:lnTo>
                              <a:pt x="0" y="0"/>
                            </a:lnTo>
                            <a:lnTo>
                              <a:pt x="0" y="149199"/>
                            </a:lnTo>
                            <a:lnTo>
                              <a:pt x="2973794" y="149199"/>
                            </a:lnTo>
                            <a:lnTo>
                              <a:pt x="2973794" y="0"/>
                            </a:lnTo>
                            <a:close/>
                          </a:path>
                        </a:pathLst>
                      </a:custGeom>
                      <a:solidFill>
                        <a:srgbClr val="94DED9"/>
                      </a:solidFill>
                      <a:ln>
                        <a:noFill/>
                      </a:ln>
                    </p:spPr>
                    <p:txBody>
                      <a:bodyPr anchorCtr="0" anchor="t" bIns="0" lIns="0" spcFirstLastPara="1" rIns="0" wrap="square" tIns="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44" name="Google Shape;444;p42"/>
                    <p:cNvSpPr/>
                    <p:nvPr/>
                  </p:nvSpPr>
                  <p:spPr>
                    <a:xfrm>
                      <a:off x="13799695" y="6467876"/>
                      <a:ext cx="3136900" cy="149225"/>
                    </a:xfrm>
                    <a:custGeom>
                      <a:rect b="b" l="l" r="r" t="t"/>
                      <a:pathLst>
                        <a:path extrusionOk="0" h="149225" w="3136900">
                          <a:moveTo>
                            <a:pt x="3136532" y="0"/>
                          </a:moveTo>
                          <a:lnTo>
                            <a:pt x="0" y="0"/>
                          </a:lnTo>
                          <a:lnTo>
                            <a:pt x="0" y="149210"/>
                          </a:lnTo>
                          <a:lnTo>
                            <a:pt x="3136532" y="149210"/>
                          </a:lnTo>
                          <a:lnTo>
                            <a:pt x="3136532" y="0"/>
                          </a:lnTo>
                          <a:close/>
                        </a:path>
                      </a:pathLst>
                    </a:custGeom>
                    <a:solidFill>
                      <a:srgbClr val="F7692B"/>
                    </a:solidFill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5" name="Google Shape;445;p42"/>
                    <p:cNvSpPr/>
                    <p:nvPr/>
                  </p:nvSpPr>
                  <p:spPr>
                    <a:xfrm>
                      <a:off x="13799695" y="6766296"/>
                      <a:ext cx="3299459" cy="149225"/>
                    </a:xfrm>
                    <a:custGeom>
                      <a:rect b="b" l="l" r="r" t="t"/>
                      <a:pathLst>
                        <a:path extrusionOk="0" h="149225" w="3299459">
                          <a:moveTo>
                            <a:pt x="3298862" y="0"/>
                          </a:moveTo>
                          <a:lnTo>
                            <a:pt x="0" y="0"/>
                          </a:lnTo>
                          <a:lnTo>
                            <a:pt x="0" y="149210"/>
                          </a:lnTo>
                          <a:lnTo>
                            <a:pt x="3298862" y="149210"/>
                          </a:lnTo>
                          <a:lnTo>
                            <a:pt x="3298862" y="0"/>
                          </a:lnTo>
                          <a:close/>
                        </a:path>
                      </a:pathLst>
                    </a:custGeom>
                    <a:solidFill>
                      <a:srgbClr val="0D596E"/>
                    </a:solidFill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6" name="Google Shape;446;p42"/>
                    <p:cNvSpPr/>
                    <p:nvPr/>
                  </p:nvSpPr>
                  <p:spPr>
                    <a:xfrm>
                      <a:off x="13799704" y="8407618"/>
                      <a:ext cx="2458719" cy="149225"/>
                    </a:xfrm>
                    <a:custGeom>
                      <a:rect b="b" l="l" r="r" t="t"/>
                      <a:pathLst>
                        <a:path extrusionOk="0" h="149225" w="2458719">
                          <a:moveTo>
                            <a:pt x="2458364" y="0"/>
                          </a:moveTo>
                          <a:lnTo>
                            <a:pt x="0" y="0"/>
                          </a:lnTo>
                          <a:lnTo>
                            <a:pt x="0" y="149210"/>
                          </a:lnTo>
                          <a:lnTo>
                            <a:pt x="2458364" y="149210"/>
                          </a:lnTo>
                          <a:lnTo>
                            <a:pt x="2458364" y="0"/>
                          </a:lnTo>
                          <a:close/>
                        </a:path>
                      </a:pathLst>
                    </a:custGeom>
                    <a:solidFill>
                      <a:srgbClr val="0D596E"/>
                    </a:solidFill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47" name="Google Shape;447;p42"/>
                  <p:cNvSpPr/>
                  <p:nvPr/>
                </p:nvSpPr>
                <p:spPr>
                  <a:xfrm>
                    <a:off x="14839323" y="6720907"/>
                    <a:ext cx="1196975" cy="1135379"/>
                  </a:xfrm>
                  <a:custGeom>
                    <a:rect b="b" l="l" r="r" t="t"/>
                    <a:pathLst>
                      <a:path extrusionOk="0" h="1135379" w="1196975">
                        <a:moveTo>
                          <a:pt x="405851" y="0"/>
                        </a:moveTo>
                        <a:lnTo>
                          <a:pt x="0" y="0"/>
                        </a:lnTo>
                        <a:lnTo>
                          <a:pt x="0" y="1135253"/>
                        </a:lnTo>
                        <a:lnTo>
                          <a:pt x="405851" y="1135253"/>
                        </a:lnTo>
                        <a:lnTo>
                          <a:pt x="487955" y="1133740"/>
                        </a:lnTo>
                        <a:lnTo>
                          <a:pt x="564248" y="1129304"/>
                        </a:lnTo>
                        <a:lnTo>
                          <a:pt x="634940" y="1122097"/>
                        </a:lnTo>
                        <a:lnTo>
                          <a:pt x="700240" y="1112273"/>
                        </a:lnTo>
                        <a:lnTo>
                          <a:pt x="760357" y="1099985"/>
                        </a:lnTo>
                        <a:lnTo>
                          <a:pt x="815501" y="1085386"/>
                        </a:lnTo>
                        <a:lnTo>
                          <a:pt x="865880" y="1068630"/>
                        </a:lnTo>
                        <a:lnTo>
                          <a:pt x="911705" y="1049869"/>
                        </a:lnTo>
                        <a:lnTo>
                          <a:pt x="953185" y="1029257"/>
                        </a:lnTo>
                        <a:lnTo>
                          <a:pt x="990529" y="1006947"/>
                        </a:lnTo>
                        <a:lnTo>
                          <a:pt x="1023946" y="983091"/>
                        </a:lnTo>
                        <a:lnTo>
                          <a:pt x="1053646" y="957844"/>
                        </a:lnTo>
                        <a:lnTo>
                          <a:pt x="1102732" y="903788"/>
                        </a:lnTo>
                        <a:lnTo>
                          <a:pt x="1139461" y="846003"/>
                        </a:lnTo>
                        <a:lnTo>
                          <a:pt x="1165508" y="785715"/>
                        </a:lnTo>
                        <a:lnTo>
                          <a:pt x="1182549" y="724148"/>
                        </a:lnTo>
                        <a:lnTo>
                          <a:pt x="1192258" y="662529"/>
                        </a:lnTo>
                        <a:lnTo>
                          <a:pt x="1196310" y="602084"/>
                        </a:lnTo>
                        <a:lnTo>
                          <a:pt x="1196738" y="572684"/>
                        </a:lnTo>
                        <a:lnTo>
                          <a:pt x="1196738" y="552286"/>
                        </a:lnTo>
                        <a:lnTo>
                          <a:pt x="1194886" y="495837"/>
                        </a:lnTo>
                        <a:lnTo>
                          <a:pt x="1188215" y="437013"/>
                        </a:lnTo>
                        <a:lnTo>
                          <a:pt x="1175050" y="377105"/>
                        </a:lnTo>
                        <a:lnTo>
                          <a:pt x="1153715" y="317398"/>
                        </a:lnTo>
                        <a:lnTo>
                          <a:pt x="1122536" y="259180"/>
                        </a:lnTo>
                        <a:lnTo>
                          <a:pt x="1079838" y="203740"/>
                        </a:lnTo>
                        <a:lnTo>
                          <a:pt x="1023946" y="152365"/>
                        </a:lnTo>
                        <a:lnTo>
                          <a:pt x="990529" y="128604"/>
                        </a:lnTo>
                        <a:lnTo>
                          <a:pt x="953185" y="106342"/>
                        </a:lnTo>
                        <a:lnTo>
                          <a:pt x="911705" y="85740"/>
                        </a:lnTo>
                        <a:lnTo>
                          <a:pt x="865880" y="66959"/>
                        </a:lnTo>
                        <a:lnTo>
                          <a:pt x="815501" y="50160"/>
                        </a:lnTo>
                        <a:lnTo>
                          <a:pt x="760357" y="35504"/>
                        </a:lnTo>
                        <a:lnTo>
                          <a:pt x="700240" y="23151"/>
                        </a:lnTo>
                        <a:lnTo>
                          <a:pt x="634940" y="13264"/>
                        </a:lnTo>
                        <a:lnTo>
                          <a:pt x="564248" y="6002"/>
                        </a:lnTo>
                        <a:lnTo>
                          <a:pt x="487955" y="1527"/>
                        </a:lnTo>
                        <a:lnTo>
                          <a:pt x="40585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448" name="Google Shape;448;p42"/>
          <p:cNvGrpSpPr/>
          <p:nvPr/>
        </p:nvGrpSpPr>
        <p:grpSpPr>
          <a:xfrm>
            <a:off x="0" y="3043358"/>
            <a:ext cx="6071860" cy="1153733"/>
            <a:chOff x="0" y="6020246"/>
            <a:chExt cx="13675360" cy="2536792"/>
          </a:xfrm>
        </p:grpSpPr>
        <p:sp>
          <p:nvSpPr>
            <p:cNvPr id="449" name="Google Shape;449;p42"/>
            <p:cNvSpPr/>
            <p:nvPr/>
          </p:nvSpPr>
          <p:spPr>
            <a:xfrm>
              <a:off x="0" y="6020246"/>
              <a:ext cx="13675360" cy="147954"/>
            </a:xfrm>
            <a:custGeom>
              <a:rect b="b" l="l" r="r" t="t"/>
              <a:pathLst>
                <a:path extrusionOk="0" h="147954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47754"/>
                  </a:lnTo>
                  <a:lnTo>
                    <a:pt x="13674976" y="147754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42"/>
            <p:cNvSpPr/>
            <p:nvPr/>
          </p:nvSpPr>
          <p:spPr>
            <a:xfrm>
              <a:off x="0" y="6167990"/>
              <a:ext cx="13675360" cy="152400"/>
            </a:xfrm>
            <a:custGeom>
              <a:rect b="b" l="l" r="r" t="t"/>
              <a:pathLst>
                <a:path extrusionOk="0" h="152400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51869"/>
                  </a:lnTo>
                  <a:lnTo>
                    <a:pt x="13674976" y="151869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42"/>
            <p:cNvSpPr/>
            <p:nvPr/>
          </p:nvSpPr>
          <p:spPr>
            <a:xfrm>
              <a:off x="0" y="6467635"/>
              <a:ext cx="13675360" cy="152400"/>
            </a:xfrm>
            <a:custGeom>
              <a:rect b="b" l="l" r="r" t="t"/>
              <a:pathLst>
                <a:path extrusionOk="0" h="152400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51859"/>
                  </a:lnTo>
                  <a:lnTo>
                    <a:pt x="13674976" y="151859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42"/>
            <p:cNvSpPr/>
            <p:nvPr/>
          </p:nvSpPr>
          <p:spPr>
            <a:xfrm>
              <a:off x="0" y="6319860"/>
              <a:ext cx="13675360" cy="147954"/>
            </a:xfrm>
            <a:custGeom>
              <a:rect b="b" l="l" r="r" t="t"/>
              <a:pathLst>
                <a:path extrusionOk="0" h="147954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47775"/>
                  </a:lnTo>
                  <a:lnTo>
                    <a:pt x="13674976" y="147775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42"/>
            <p:cNvSpPr/>
            <p:nvPr/>
          </p:nvSpPr>
          <p:spPr>
            <a:xfrm>
              <a:off x="0" y="6915014"/>
              <a:ext cx="13675360" cy="152400"/>
            </a:xfrm>
            <a:custGeom>
              <a:rect b="b" l="l" r="r" t="t"/>
              <a:pathLst>
                <a:path extrusionOk="0" h="152400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51869"/>
                  </a:lnTo>
                  <a:lnTo>
                    <a:pt x="13674976" y="151869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42"/>
            <p:cNvSpPr/>
            <p:nvPr/>
          </p:nvSpPr>
          <p:spPr>
            <a:xfrm>
              <a:off x="0" y="6767259"/>
              <a:ext cx="13675360" cy="147954"/>
            </a:xfrm>
            <a:custGeom>
              <a:rect b="b" l="l" r="r" t="t"/>
              <a:pathLst>
                <a:path extrusionOk="0" h="147954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47754"/>
                  </a:lnTo>
                  <a:lnTo>
                    <a:pt x="13674976" y="147754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42"/>
            <p:cNvSpPr/>
            <p:nvPr/>
          </p:nvSpPr>
          <p:spPr>
            <a:xfrm>
              <a:off x="0" y="6619494"/>
              <a:ext cx="13675360" cy="147954"/>
            </a:xfrm>
            <a:custGeom>
              <a:rect b="b" l="l" r="r" t="t"/>
              <a:pathLst>
                <a:path extrusionOk="0" h="147954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47765"/>
                  </a:lnTo>
                  <a:lnTo>
                    <a:pt x="13674976" y="147765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42"/>
            <p:cNvSpPr/>
            <p:nvPr/>
          </p:nvSpPr>
          <p:spPr>
            <a:xfrm>
              <a:off x="0" y="7066884"/>
              <a:ext cx="13675360" cy="147954"/>
            </a:xfrm>
            <a:custGeom>
              <a:rect b="b" l="l" r="r" t="t"/>
              <a:pathLst>
                <a:path extrusionOk="0" h="147954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47765"/>
                  </a:lnTo>
                  <a:lnTo>
                    <a:pt x="13674976" y="147765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42"/>
            <p:cNvSpPr/>
            <p:nvPr/>
          </p:nvSpPr>
          <p:spPr>
            <a:xfrm>
              <a:off x="0" y="7214649"/>
              <a:ext cx="13675360" cy="147954"/>
            </a:xfrm>
            <a:custGeom>
              <a:rect b="b" l="l" r="r" t="t"/>
              <a:pathLst>
                <a:path extrusionOk="0" h="147954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47754"/>
                  </a:lnTo>
                  <a:lnTo>
                    <a:pt x="13674976" y="147754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42"/>
            <p:cNvSpPr/>
            <p:nvPr/>
          </p:nvSpPr>
          <p:spPr>
            <a:xfrm>
              <a:off x="0" y="7362414"/>
              <a:ext cx="13675360" cy="152400"/>
            </a:xfrm>
            <a:custGeom>
              <a:rect b="b" l="l" r="r" t="t"/>
              <a:pathLst>
                <a:path extrusionOk="0" h="152400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51869"/>
                  </a:lnTo>
                  <a:lnTo>
                    <a:pt x="13674976" y="151869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42"/>
            <p:cNvSpPr/>
            <p:nvPr/>
          </p:nvSpPr>
          <p:spPr>
            <a:xfrm>
              <a:off x="0" y="7514294"/>
              <a:ext cx="13675360" cy="147954"/>
            </a:xfrm>
            <a:custGeom>
              <a:rect b="b" l="l" r="r" t="t"/>
              <a:pathLst>
                <a:path extrusionOk="0" h="147954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47754"/>
                  </a:lnTo>
                  <a:lnTo>
                    <a:pt x="13674976" y="147754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42"/>
            <p:cNvSpPr/>
            <p:nvPr/>
          </p:nvSpPr>
          <p:spPr>
            <a:xfrm>
              <a:off x="0" y="7662039"/>
              <a:ext cx="13675360" cy="152400"/>
            </a:xfrm>
            <a:custGeom>
              <a:rect b="b" l="l" r="r" t="t"/>
              <a:pathLst>
                <a:path extrusionOk="0" h="152400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51859"/>
                  </a:lnTo>
                  <a:lnTo>
                    <a:pt x="13674976" y="151859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42"/>
            <p:cNvSpPr/>
            <p:nvPr/>
          </p:nvSpPr>
          <p:spPr>
            <a:xfrm>
              <a:off x="0" y="7961673"/>
              <a:ext cx="13675360" cy="147954"/>
            </a:xfrm>
            <a:custGeom>
              <a:rect b="b" l="l" r="r" t="t"/>
              <a:pathLst>
                <a:path extrusionOk="0" h="147954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47765"/>
                  </a:lnTo>
                  <a:lnTo>
                    <a:pt x="13674976" y="147765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42"/>
            <p:cNvSpPr/>
            <p:nvPr/>
          </p:nvSpPr>
          <p:spPr>
            <a:xfrm>
              <a:off x="0" y="8109439"/>
              <a:ext cx="13675360" cy="152400"/>
            </a:xfrm>
            <a:custGeom>
              <a:rect b="b" l="l" r="r" t="t"/>
              <a:pathLst>
                <a:path extrusionOk="0" h="152400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51859"/>
                  </a:lnTo>
                  <a:lnTo>
                    <a:pt x="13674976" y="151859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42"/>
            <p:cNvSpPr/>
            <p:nvPr/>
          </p:nvSpPr>
          <p:spPr>
            <a:xfrm>
              <a:off x="0" y="8261298"/>
              <a:ext cx="13675360" cy="147954"/>
            </a:xfrm>
            <a:custGeom>
              <a:rect b="b" l="l" r="r" t="t"/>
              <a:pathLst>
                <a:path extrusionOk="0" h="147954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47786"/>
                  </a:lnTo>
                  <a:lnTo>
                    <a:pt x="13674976" y="147786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42"/>
            <p:cNvSpPr/>
            <p:nvPr/>
          </p:nvSpPr>
          <p:spPr>
            <a:xfrm>
              <a:off x="0" y="8409084"/>
              <a:ext cx="13675360" cy="147954"/>
            </a:xfrm>
            <a:custGeom>
              <a:rect b="b" l="l" r="r" t="t"/>
              <a:pathLst>
                <a:path extrusionOk="0" h="147954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47754"/>
                  </a:lnTo>
                  <a:lnTo>
                    <a:pt x="13674976" y="147754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42"/>
            <p:cNvSpPr/>
            <p:nvPr/>
          </p:nvSpPr>
          <p:spPr>
            <a:xfrm>
              <a:off x="0" y="7813898"/>
              <a:ext cx="13675360" cy="147954"/>
            </a:xfrm>
            <a:custGeom>
              <a:rect b="b" l="l" r="r" t="t"/>
              <a:pathLst>
                <a:path extrusionOk="0" h="147954" w="13675360">
                  <a:moveTo>
                    <a:pt x="13674976" y="0"/>
                  </a:moveTo>
                  <a:lnTo>
                    <a:pt x="0" y="0"/>
                  </a:lnTo>
                  <a:lnTo>
                    <a:pt x="0" y="147775"/>
                  </a:lnTo>
                  <a:lnTo>
                    <a:pt x="13674976" y="147775"/>
                  </a:lnTo>
                  <a:lnTo>
                    <a:pt x="13674976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42"/>
          <p:cNvSpPr txBox="1"/>
          <p:nvPr/>
        </p:nvSpPr>
        <p:spPr>
          <a:xfrm>
            <a:off x="759593" y="596369"/>
            <a:ext cx="5649300" cy="69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700" u="none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Итоговый проект по программе «Аналитика данных»</a:t>
            </a:r>
            <a:endParaRPr b="1" i="0" sz="2700" u="none">
              <a:solidFill>
                <a:srgbClr val="0059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2"/>
          <p:cNvSpPr txBox="1"/>
          <p:nvPr/>
        </p:nvSpPr>
        <p:spPr>
          <a:xfrm>
            <a:off x="4589925" y="1289375"/>
            <a:ext cx="4435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800">
                <a:solidFill>
                  <a:srgbClr val="005970"/>
                </a:solidFill>
              </a:rPr>
              <a:t>Малкин Георгий Владимирович</a:t>
            </a:r>
            <a:endParaRPr b="1" sz="1800">
              <a:solidFill>
                <a:srgbClr val="00597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800">
                <a:solidFill>
                  <a:srgbClr val="005970"/>
                </a:solidFill>
              </a:rPr>
              <a:t>Шукуров Жахонгир Тилов угли</a:t>
            </a:r>
            <a:endParaRPr b="1" sz="1800">
              <a:solidFill>
                <a:srgbClr val="00597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800">
                <a:solidFill>
                  <a:srgbClr val="005970"/>
                </a:solidFill>
              </a:rPr>
              <a:t>Иванилова Алина Александровна</a:t>
            </a:r>
            <a:endParaRPr b="1" sz="1800">
              <a:solidFill>
                <a:srgbClr val="00597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800">
                <a:solidFill>
                  <a:srgbClr val="005970"/>
                </a:solidFill>
              </a:rPr>
              <a:t>Селютина Ангелина Алексеевна</a:t>
            </a:r>
            <a:endParaRPr b="1" sz="1800">
              <a:solidFill>
                <a:srgbClr val="00597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800">
                <a:solidFill>
                  <a:srgbClr val="005970"/>
                </a:solidFill>
              </a:rPr>
              <a:t>Приданов Али Низамиевич</a:t>
            </a:r>
            <a:endParaRPr b="1" sz="1800">
              <a:solidFill>
                <a:srgbClr val="00597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43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474" name="Google Shape;474;p43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43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43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43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43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43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43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43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3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43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43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43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43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43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43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43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43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43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43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43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43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43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43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43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43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43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43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43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43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43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43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43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43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43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43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43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43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43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43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43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43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43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43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43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43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43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43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43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43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43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43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43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43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43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43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43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43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43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43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43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43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43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43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43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43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43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43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43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43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43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43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43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6" name="Google Shape;546;p43"/>
          <p:cNvSpPr txBox="1"/>
          <p:nvPr/>
        </p:nvSpPr>
        <p:spPr>
          <a:xfrm>
            <a:off x="759600" y="720000"/>
            <a:ext cx="7763400" cy="51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rPr b="1" lang="ru" sz="2300">
                <a:solidFill>
                  <a:srgbClr val="004F5E"/>
                </a:solidFill>
              </a:rPr>
              <a:t>Оценка отраслевой специфики рынка труда</a:t>
            </a:r>
            <a:endParaRPr b="1" sz="2300">
              <a:solidFill>
                <a:srgbClr val="004F5E"/>
              </a:solidFill>
            </a:endParaRPr>
          </a:p>
          <a:p>
            <a:pPr indent="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rgbClr val="004F5E"/>
                </a:solidFill>
              </a:rPr>
              <a:t>Проблема:</a:t>
            </a:r>
            <a:r>
              <a:rPr lang="ru" sz="2000">
                <a:solidFill>
                  <a:srgbClr val="004F5E"/>
                </a:solidFill>
              </a:rPr>
              <a:t>Существует недостаток структурированных данных о специфике спроса на специалистов в области аналитики данных в различных регионах. Это затрудняет разработку эффективных стратегий управления персоналом и образовательных программ.</a:t>
            </a:r>
            <a:endParaRPr b="1" sz="2800">
              <a:solidFill>
                <a:srgbClr val="004F5E"/>
              </a:solidFill>
            </a:endParaRPr>
          </a:p>
          <a:p>
            <a:pPr indent="0" lvl="1" marL="1800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ru" sz="2000" u="none" cap="none" strike="noStrike">
                <a:solidFill>
                  <a:srgbClr val="004F5E"/>
                </a:solidFill>
              </a:rPr>
              <a:t>Бизнес-цель заказчика:</a:t>
            </a:r>
            <a:r>
              <a:rPr lang="ru" sz="2000">
                <a:solidFill>
                  <a:srgbClr val="004F5E"/>
                </a:solidFill>
              </a:rPr>
              <a:t>разработка эффективных стратегий управления персоналом, образования и подготовки кадров, а также принятия решений в области экономического развития на основе известных особенностей функционирования рынка труда в конкретной отрасли или регионе</a:t>
            </a:r>
            <a:endParaRPr b="1" sz="2000">
              <a:solidFill>
                <a:srgbClr val="004F5E"/>
              </a:solidFill>
            </a:endParaRPr>
          </a:p>
          <a:p>
            <a:pPr indent="0" lvl="1" marL="203200" marR="0" rtl="0" algn="l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20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597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44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553" name="Google Shape;553;p44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44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44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44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44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44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44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44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44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44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44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44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44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44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44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44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44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44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44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44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44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44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44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44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44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44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44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44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44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44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44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44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44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44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44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44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44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44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44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44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44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44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44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44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44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44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44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44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44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44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44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44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44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44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44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44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44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44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44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44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44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44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44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44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44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44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44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44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44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44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44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44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5" name="Google Shape;625;p44"/>
          <p:cNvSpPr txBox="1"/>
          <p:nvPr/>
        </p:nvSpPr>
        <p:spPr>
          <a:xfrm>
            <a:off x="759600" y="720000"/>
            <a:ext cx="7763400" cy="47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b="1" lang="ru" sz="2300">
                <a:solidFill>
                  <a:srgbClr val="004F5E"/>
                </a:solidFill>
              </a:rPr>
              <a:t>Оценка отраслевой специфики рынка труда</a:t>
            </a:r>
            <a:endParaRPr b="1" sz="1800">
              <a:solidFill>
                <a:srgbClr val="004F5E"/>
              </a:solidFill>
            </a:endParaRPr>
          </a:p>
          <a:p>
            <a:pPr indent="0" lvl="1" marL="269999" marR="0" rtl="0" algn="l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4F5E"/>
                </a:solidFill>
              </a:rPr>
              <a:t>Объект исследования:</a:t>
            </a:r>
            <a:r>
              <a:rPr lang="ru" sz="2000">
                <a:solidFill>
                  <a:srgbClr val="004F5E"/>
                </a:solidFill>
              </a:rPr>
              <a:t>отраслевая и региональная специфика рынка труда дата-аналитиков.</a:t>
            </a:r>
            <a:endParaRPr sz="2000">
              <a:solidFill>
                <a:srgbClr val="004F5E"/>
              </a:solidFill>
            </a:endParaRPr>
          </a:p>
          <a:p>
            <a:pPr indent="0" lvl="1" marL="269999" marR="0" rtl="0" algn="l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ru" sz="2000" u="none" cap="none" strike="noStrike">
                <a:solidFill>
                  <a:srgbClr val="004F5E"/>
                </a:solidFill>
              </a:rPr>
              <a:t>Предмет исследования:</a:t>
            </a:r>
            <a:r>
              <a:rPr i="0" lang="ru" sz="2000" u="none" cap="none" strike="noStrike">
                <a:solidFill>
                  <a:srgbClr val="004F5E"/>
                </a:solidFill>
              </a:rPr>
              <a:t> вакансии в выбранном регионе    или по выбранным специализациям*.</a:t>
            </a:r>
            <a:endParaRPr sz="2000">
              <a:solidFill>
                <a:srgbClr val="004F5E"/>
              </a:solidFill>
            </a:endParaRPr>
          </a:p>
          <a:p>
            <a:pPr indent="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rPr b="1" lang="ru" sz="2000">
                <a:solidFill>
                  <a:srgbClr val="004F5E"/>
                </a:solidFill>
              </a:rPr>
              <a:t>Цель  анализа:</a:t>
            </a:r>
            <a:r>
              <a:rPr lang="ru" sz="2000">
                <a:solidFill>
                  <a:srgbClr val="004F5E"/>
                </a:solidFill>
              </a:rPr>
              <a:t> </a:t>
            </a:r>
            <a:r>
              <a:rPr lang="ru" sz="2000">
                <a:solidFill>
                  <a:srgbClr val="004F5E"/>
                </a:solidFill>
              </a:rPr>
              <a:t>Выявить отраслевую или региональную специфику рынка труда для специалистов в области аналитики данных. Собрать данные о вакансиях по выбранным специализациям и проанализировать их.</a:t>
            </a:r>
            <a:endParaRPr sz="2800">
              <a:solidFill>
                <a:srgbClr val="004F5E"/>
              </a:solidFill>
            </a:endParaRPr>
          </a:p>
          <a:p>
            <a:pPr indent="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rPr b="1" lang="ru" sz="1200">
                <a:solidFill>
                  <a:srgbClr val="004F5E"/>
                </a:solidFill>
              </a:rPr>
              <a:t>*</a:t>
            </a:r>
            <a:r>
              <a:rPr b="1" lang="ru" sz="1200">
                <a:solidFill>
                  <a:srgbClr val="004F5E"/>
                </a:solidFill>
              </a:rPr>
              <a:t>Специализация - это группа похожих вакансий, к которым работодатели относят свою вакансию при публикации. </a:t>
            </a:r>
            <a:endParaRPr b="1" sz="1200">
              <a:solidFill>
                <a:srgbClr val="004F5E"/>
              </a:solidFill>
            </a:endParaRPr>
          </a:p>
          <a:p>
            <a:pPr indent="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004F5E"/>
                </a:solidFill>
              </a:rPr>
              <a:t>Например, к аналитику данных работодатели относят таких специалистов как Инженер данных, Data Scientist, Дата-аналитик и т.д.</a:t>
            </a:r>
            <a:endParaRPr b="1" sz="1200">
              <a:solidFill>
                <a:srgbClr val="004F5E"/>
              </a:solidFill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597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Google Shape;631;p45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632" name="Google Shape;632;p45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45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45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45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45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45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45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45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45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45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45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45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45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45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45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45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45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45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45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45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45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45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45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45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45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45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45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45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45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45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45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45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45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45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45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45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45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45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45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45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45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45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45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45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45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45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45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45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45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45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45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45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45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45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45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45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45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45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45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45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45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45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45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45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45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45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45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45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45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45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45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45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4" name="Google Shape;704;p45"/>
          <p:cNvSpPr txBox="1"/>
          <p:nvPr/>
        </p:nvSpPr>
        <p:spPr>
          <a:xfrm>
            <a:off x="759600" y="720000"/>
            <a:ext cx="77634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4F5E"/>
                </a:solidFill>
              </a:rPr>
              <a:t>Оценка отраслевой специфики рынка труда</a:t>
            </a:r>
            <a:endParaRPr b="1" sz="2300">
              <a:solidFill>
                <a:srgbClr val="004F5E"/>
              </a:solidFill>
            </a:endParaRPr>
          </a:p>
          <a:p>
            <a:pPr indent="0" lvl="0" marL="1800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4F5E"/>
                </a:solidFill>
                <a:latin typeface="Arial"/>
                <a:ea typeface="Arial"/>
                <a:cs typeface="Arial"/>
                <a:sym typeface="Arial"/>
              </a:rPr>
              <a:t>Требования к результату анализа:</a:t>
            </a:r>
            <a:r>
              <a:rPr lang="ru" sz="2000">
                <a:solidFill>
                  <a:srgbClr val="004F5E"/>
                </a:solidFill>
              </a:rPr>
              <a:t>исследование должно быть актуальным и количество анализируемых данных должно быть достаточным, позволяющим сделать необходимые выводы, построить динамику спроса на специалистов. Рекомендуемый объем выгрузки не менее 10 тысяч вакансий.</a:t>
            </a:r>
            <a:endParaRPr sz="2000">
              <a:solidFill>
                <a:srgbClr val="004F5E"/>
              </a:solidFill>
            </a:endParaRPr>
          </a:p>
          <a:p>
            <a:pPr indent="0" lvl="0" marL="1800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5970"/>
              </a:solidFill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marR="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59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6"/>
          <p:cNvSpPr txBox="1"/>
          <p:nvPr>
            <p:ph type="title"/>
          </p:nvPr>
        </p:nvSpPr>
        <p:spPr>
          <a:xfrm>
            <a:off x="404200" y="756275"/>
            <a:ext cx="813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lay"/>
              <a:buNone/>
            </a:pPr>
            <a:r>
              <a:rPr lang="ru" sz="2000">
                <a:solidFill>
                  <a:srgbClr val="004F5E"/>
                </a:solidFill>
                <a:latin typeface="Arial"/>
                <a:ea typeface="Arial"/>
                <a:cs typeface="Arial"/>
                <a:sym typeface="Arial"/>
              </a:rPr>
              <a:t>Актуальность изучения отрасли дата-аналитиков</a:t>
            </a:r>
            <a:br>
              <a:rPr lang="ru"/>
            </a:br>
            <a:endParaRPr/>
          </a:p>
        </p:txBody>
      </p:sp>
      <p:sp>
        <p:nvSpPr>
          <p:cNvPr id="710" name="Google Shape;710;p46"/>
          <p:cNvSpPr txBox="1"/>
          <p:nvPr>
            <p:ph idx="1" type="body"/>
          </p:nvPr>
        </p:nvSpPr>
        <p:spPr>
          <a:xfrm>
            <a:off x="312925" y="3306225"/>
            <a:ext cx="15894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90000" marR="933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b="1" lang="r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Необходимость в наличии квалифицированных специалистов, способных анализировать и интерпретировать большие объемы данных.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11" name="Google Shape;711;p46"/>
          <p:cNvSpPr txBox="1"/>
          <p:nvPr>
            <p:ph idx="3" type="body"/>
          </p:nvPr>
        </p:nvSpPr>
        <p:spPr>
          <a:xfrm>
            <a:off x="2358475" y="3306225"/>
            <a:ext cx="18438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ru" sz="1200"/>
              <a:t>world, a high-tech concept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12" name="Google Shape;712;p46"/>
          <p:cNvSpPr txBox="1"/>
          <p:nvPr>
            <p:ph idx="4" type="body"/>
          </p:nvPr>
        </p:nvSpPr>
        <p:spPr>
          <a:xfrm>
            <a:off x="2358475" y="2674175"/>
            <a:ext cx="17520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500">
                <a:solidFill>
                  <a:srgbClr val="004F5E"/>
                </a:solidFill>
                <a:latin typeface="Arial"/>
                <a:ea typeface="Arial"/>
                <a:cs typeface="Arial"/>
                <a:sym typeface="Arial"/>
              </a:rPr>
              <a:t>Экономическое развитие:</a:t>
            </a:r>
            <a:endParaRPr b="1" sz="1500">
              <a:solidFill>
                <a:srgbClr val="004F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6"/>
          <p:cNvSpPr txBox="1"/>
          <p:nvPr>
            <p:ph idx="5" type="body"/>
          </p:nvPr>
        </p:nvSpPr>
        <p:spPr>
          <a:xfrm>
            <a:off x="4233525" y="3274500"/>
            <a:ext cx="2149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205094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b="1" lang="ru" sz="1000">
                <a:solidFill>
                  <a:srgbClr val="004F5E"/>
                </a:solidFill>
                <a:latin typeface="Arial"/>
                <a:ea typeface="Arial"/>
                <a:cs typeface="Arial"/>
                <a:sym typeface="Arial"/>
              </a:rPr>
              <a:t>Понимание требований работодателей помогает образовательным учреждениям корректировать программы подготовки специалистов, чтобы выпускники лучше соответствовали потребностям рынка.</a:t>
            </a:r>
            <a:endParaRPr b="1" sz="1000">
              <a:solidFill>
                <a:srgbClr val="004F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14" name="Google Shape;714;p46"/>
          <p:cNvSpPr txBox="1"/>
          <p:nvPr>
            <p:ph idx="6" type="body"/>
          </p:nvPr>
        </p:nvSpPr>
        <p:spPr>
          <a:xfrm>
            <a:off x="4233525" y="2674175"/>
            <a:ext cx="19473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8943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500">
                <a:solidFill>
                  <a:srgbClr val="004F5E"/>
                </a:solidFill>
                <a:latin typeface="Arial"/>
                <a:ea typeface="Arial"/>
                <a:cs typeface="Arial"/>
                <a:sym typeface="Arial"/>
              </a:rPr>
              <a:t>Образование и подготовка кадров</a:t>
            </a:r>
            <a:endParaRPr b="1" sz="1700">
              <a:solidFill>
                <a:srgbClr val="004F5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5" name="Google Shape;715;p46"/>
          <p:cNvSpPr txBox="1"/>
          <p:nvPr>
            <p:ph idx="8" type="body"/>
          </p:nvPr>
        </p:nvSpPr>
        <p:spPr>
          <a:xfrm>
            <a:off x="6841025" y="2674175"/>
            <a:ext cx="13032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  <a:r>
              <a:rPr b="1" lang="ru" sz="1500">
                <a:solidFill>
                  <a:srgbClr val="004F5E"/>
                </a:solidFill>
                <a:latin typeface="Arial"/>
                <a:ea typeface="Arial"/>
                <a:cs typeface="Arial"/>
                <a:sym typeface="Arial"/>
              </a:rPr>
              <a:t>Управление персоналом</a:t>
            </a:r>
            <a:endParaRPr/>
          </a:p>
        </p:txBody>
      </p:sp>
      <p:grpSp>
        <p:nvGrpSpPr>
          <p:cNvPr id="716" name="Google Shape;716;p46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717" name="Google Shape;717;p46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46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46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46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46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46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46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46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46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46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46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46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46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46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46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46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46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46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46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46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46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46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46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46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46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46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46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46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46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46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46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46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46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46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46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46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46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46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46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46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46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46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46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46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46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46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46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46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46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46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46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46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46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46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46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46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46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46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46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46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46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46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46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46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46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46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46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46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46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46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46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89" name="Google Shape;78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63" y="1356562"/>
            <a:ext cx="1232525" cy="12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2700" y="1304313"/>
            <a:ext cx="1303300" cy="13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0925" y="1339725"/>
            <a:ext cx="1232500" cy="123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3100" y="1339725"/>
            <a:ext cx="1232500" cy="1232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46"/>
          <p:cNvSpPr txBox="1"/>
          <p:nvPr/>
        </p:nvSpPr>
        <p:spPr>
          <a:xfrm>
            <a:off x="295275" y="2607150"/>
            <a:ext cx="18645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270001" lvl="0" marL="900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500">
                <a:solidFill>
                  <a:srgbClr val="004F5E"/>
                </a:solidFill>
              </a:rPr>
              <a:t>Растущая цифровизация:</a:t>
            </a:r>
            <a:endParaRPr b="1" sz="1900">
              <a:solidFill>
                <a:srgbClr val="004F5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4" name="Google Shape;794;p46"/>
          <p:cNvSpPr txBox="1"/>
          <p:nvPr/>
        </p:nvSpPr>
        <p:spPr>
          <a:xfrm>
            <a:off x="2274750" y="3239675"/>
            <a:ext cx="1843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0000" marR="137278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000">
                <a:solidFill>
                  <a:srgbClr val="004F5E"/>
                </a:solidFill>
              </a:rPr>
              <a:t>Анализ данных повышает эффективность бизнес-процессов и конкурентоспособность компаний, что влияет на экономическое развитие регионов.</a:t>
            </a:r>
            <a:endParaRPr b="1" sz="1000">
              <a:solidFill>
                <a:srgbClr val="004F5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5" name="Google Shape;795;p46"/>
          <p:cNvSpPr txBox="1"/>
          <p:nvPr/>
        </p:nvSpPr>
        <p:spPr>
          <a:xfrm>
            <a:off x="6693100" y="3239675"/>
            <a:ext cx="1451100" cy="20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000">
                <a:solidFill>
                  <a:srgbClr val="004F5E"/>
                </a:solidFill>
              </a:rPr>
              <a:t>Знание специфики спроса позволяет компаниям разрабатывать эффективные стратегии найма/удержания сотрудников,снижая кадровый дефицит.</a:t>
            </a:r>
            <a:endParaRPr b="1" sz="10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6" name="Google Shape;796;p46"/>
          <p:cNvSpPr/>
          <p:nvPr/>
        </p:nvSpPr>
        <p:spPr>
          <a:xfrm>
            <a:off x="361300" y="2674175"/>
            <a:ext cx="1656900" cy="2236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A6E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7" name="Google Shape;797;p46"/>
          <p:cNvSpPr/>
          <p:nvPr/>
        </p:nvSpPr>
        <p:spPr>
          <a:xfrm>
            <a:off x="2290550" y="2674175"/>
            <a:ext cx="1716600" cy="2321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A6E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8" name="Google Shape;798;p46"/>
          <p:cNvSpPr/>
          <p:nvPr/>
        </p:nvSpPr>
        <p:spPr>
          <a:xfrm>
            <a:off x="4141725" y="2674175"/>
            <a:ext cx="2241000" cy="2321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A6E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9" name="Google Shape;799;p46"/>
          <p:cNvSpPr/>
          <p:nvPr/>
        </p:nvSpPr>
        <p:spPr>
          <a:xfrm>
            <a:off x="6609100" y="2674175"/>
            <a:ext cx="1546500" cy="2321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A6E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0" name="Google Shape;800;p46"/>
          <p:cNvSpPr txBox="1"/>
          <p:nvPr/>
        </p:nvSpPr>
        <p:spPr>
          <a:xfrm>
            <a:off x="238250" y="276225"/>
            <a:ext cx="73494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36000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Описание проекта</a:t>
            </a:r>
            <a:endParaRPr sz="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7"/>
          <p:cNvSpPr/>
          <p:nvPr/>
        </p:nvSpPr>
        <p:spPr>
          <a:xfrm>
            <a:off x="0" y="0"/>
            <a:ext cx="238258" cy="67290"/>
          </a:xfrm>
          <a:custGeom>
            <a:rect b="b" l="l" r="r" t="t"/>
            <a:pathLst>
              <a:path extrusionOk="0" h="147955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008AC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7"/>
          <p:cNvSpPr/>
          <p:nvPr/>
        </p:nvSpPr>
        <p:spPr>
          <a:xfrm>
            <a:off x="0" y="67184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F5D1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7"/>
          <p:cNvSpPr/>
          <p:nvPr/>
        </p:nvSpPr>
        <p:spPr>
          <a:xfrm>
            <a:off x="0" y="203430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27"/>
                </a:lnTo>
                <a:lnTo>
                  <a:pt x="523544" y="151827"/>
                </a:lnTo>
                <a:lnTo>
                  <a:pt x="523544" y="0"/>
                </a:lnTo>
                <a:close/>
              </a:path>
            </a:pathLst>
          </a:custGeom>
          <a:solidFill>
            <a:srgbClr val="F76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7"/>
          <p:cNvSpPr/>
          <p:nvPr/>
        </p:nvSpPr>
        <p:spPr>
          <a:xfrm>
            <a:off x="0" y="272486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7"/>
          <p:cNvSpPr/>
          <p:nvPr/>
        </p:nvSpPr>
        <p:spPr>
          <a:xfrm>
            <a:off x="0" y="339675"/>
            <a:ext cx="238258" cy="67290"/>
          </a:xfrm>
          <a:custGeom>
            <a:rect b="b" l="l" r="r" t="t"/>
            <a:pathLst>
              <a:path extrusionOk="0" h="147955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00597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7"/>
          <p:cNvSpPr/>
          <p:nvPr/>
        </p:nvSpPr>
        <p:spPr>
          <a:xfrm>
            <a:off x="0" y="475915"/>
            <a:ext cx="238258" cy="67290"/>
          </a:xfrm>
          <a:custGeom>
            <a:rect b="b" l="l" r="r" t="t"/>
            <a:pathLst>
              <a:path extrusionOk="0" h="147955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F5D1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7"/>
          <p:cNvSpPr/>
          <p:nvPr/>
        </p:nvSpPr>
        <p:spPr>
          <a:xfrm>
            <a:off x="0" y="406860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7"/>
          <p:cNvSpPr/>
          <p:nvPr/>
        </p:nvSpPr>
        <p:spPr>
          <a:xfrm>
            <a:off x="0" y="543105"/>
            <a:ext cx="238258" cy="67290"/>
          </a:xfrm>
          <a:custGeom>
            <a:rect b="b" l="l" r="r" t="t"/>
            <a:pathLst>
              <a:path extrusionOk="0" h="147955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59BF9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47"/>
          <p:cNvSpPr/>
          <p:nvPr/>
        </p:nvSpPr>
        <p:spPr>
          <a:xfrm>
            <a:off x="0" y="610289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27"/>
                </a:lnTo>
                <a:lnTo>
                  <a:pt x="523544" y="151827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7"/>
          <p:cNvSpPr/>
          <p:nvPr/>
        </p:nvSpPr>
        <p:spPr>
          <a:xfrm>
            <a:off x="0" y="679350"/>
            <a:ext cx="238258" cy="67290"/>
          </a:xfrm>
          <a:custGeom>
            <a:rect b="b" l="l" r="r" t="t"/>
            <a:pathLst>
              <a:path extrusionOk="0" h="147955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7"/>
          <p:cNvSpPr/>
          <p:nvPr/>
        </p:nvSpPr>
        <p:spPr>
          <a:xfrm>
            <a:off x="0" y="746535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7"/>
          <p:cNvSpPr/>
          <p:nvPr/>
        </p:nvSpPr>
        <p:spPr>
          <a:xfrm>
            <a:off x="0" y="815591"/>
            <a:ext cx="238258" cy="67290"/>
          </a:xfrm>
          <a:custGeom>
            <a:rect b="b" l="l" r="r" t="t"/>
            <a:pathLst>
              <a:path extrusionOk="0" h="147955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7"/>
          <p:cNvSpPr/>
          <p:nvPr/>
        </p:nvSpPr>
        <p:spPr>
          <a:xfrm>
            <a:off x="0" y="882775"/>
            <a:ext cx="238258" cy="67290"/>
          </a:xfrm>
          <a:custGeom>
            <a:rect b="b" l="l" r="r" t="t"/>
            <a:pathLst>
              <a:path extrusionOk="0" h="147955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7"/>
          <p:cNvSpPr/>
          <p:nvPr/>
        </p:nvSpPr>
        <p:spPr>
          <a:xfrm>
            <a:off x="0" y="949965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27"/>
                </a:lnTo>
                <a:lnTo>
                  <a:pt x="523544" y="151827"/>
                </a:lnTo>
                <a:lnTo>
                  <a:pt x="52354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7"/>
          <p:cNvSpPr/>
          <p:nvPr/>
        </p:nvSpPr>
        <p:spPr>
          <a:xfrm>
            <a:off x="0" y="1019016"/>
            <a:ext cx="238258" cy="67290"/>
          </a:xfrm>
          <a:custGeom>
            <a:rect b="b" l="l" r="r" t="t"/>
            <a:pathLst>
              <a:path extrusionOk="0" h="147955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F76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7"/>
          <p:cNvSpPr/>
          <p:nvPr/>
        </p:nvSpPr>
        <p:spPr>
          <a:xfrm>
            <a:off x="0" y="136246"/>
            <a:ext cx="238258" cy="1017435"/>
          </a:xfrm>
          <a:custGeom>
            <a:rect b="b" l="l" r="r" t="t"/>
            <a:pathLst>
              <a:path extrusionOk="0" h="2237105" w="523875">
                <a:moveTo>
                  <a:pt x="523532" y="2088756"/>
                </a:moveTo>
                <a:lnTo>
                  <a:pt x="0" y="2088756"/>
                </a:lnTo>
                <a:lnTo>
                  <a:pt x="0" y="2236482"/>
                </a:lnTo>
                <a:lnTo>
                  <a:pt x="523532" y="2236482"/>
                </a:lnTo>
                <a:lnTo>
                  <a:pt x="523532" y="2088756"/>
                </a:lnTo>
                <a:close/>
              </a:path>
              <a:path extrusionOk="0" h="2237105" w="523875">
                <a:moveTo>
                  <a:pt x="523532" y="0"/>
                </a:moveTo>
                <a:lnTo>
                  <a:pt x="0" y="0"/>
                </a:lnTo>
                <a:lnTo>
                  <a:pt x="0" y="147739"/>
                </a:lnTo>
                <a:lnTo>
                  <a:pt x="523532" y="147739"/>
                </a:lnTo>
                <a:lnTo>
                  <a:pt x="523532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47"/>
          <p:cNvSpPr/>
          <p:nvPr/>
        </p:nvSpPr>
        <p:spPr>
          <a:xfrm>
            <a:off x="0" y="1153642"/>
            <a:ext cx="238258" cy="67290"/>
          </a:xfrm>
          <a:custGeom>
            <a:rect b="b" l="l" r="r" t="t"/>
            <a:pathLst>
              <a:path extrusionOk="0" h="147955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008AC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7"/>
          <p:cNvSpPr/>
          <p:nvPr/>
        </p:nvSpPr>
        <p:spPr>
          <a:xfrm>
            <a:off x="0" y="1220831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27"/>
                </a:lnTo>
                <a:lnTo>
                  <a:pt x="523544" y="151827"/>
                </a:lnTo>
                <a:lnTo>
                  <a:pt x="523544" y="0"/>
                </a:lnTo>
                <a:close/>
              </a:path>
            </a:pathLst>
          </a:custGeom>
          <a:solidFill>
            <a:srgbClr val="F5D1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7"/>
          <p:cNvSpPr/>
          <p:nvPr/>
        </p:nvSpPr>
        <p:spPr>
          <a:xfrm>
            <a:off x="0" y="1357072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F76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7"/>
          <p:cNvSpPr/>
          <p:nvPr/>
        </p:nvSpPr>
        <p:spPr>
          <a:xfrm>
            <a:off x="0" y="1426133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7"/>
          <p:cNvSpPr/>
          <p:nvPr/>
        </p:nvSpPr>
        <p:spPr>
          <a:xfrm>
            <a:off x="0" y="1493318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00597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7"/>
          <p:cNvSpPr/>
          <p:nvPr/>
        </p:nvSpPr>
        <p:spPr>
          <a:xfrm>
            <a:off x="0" y="1629558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F5D1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7"/>
          <p:cNvSpPr/>
          <p:nvPr/>
        </p:nvSpPr>
        <p:spPr>
          <a:xfrm>
            <a:off x="0" y="1560502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7"/>
          <p:cNvSpPr/>
          <p:nvPr/>
        </p:nvSpPr>
        <p:spPr>
          <a:xfrm>
            <a:off x="0" y="1696747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59BF9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7"/>
          <p:cNvSpPr/>
          <p:nvPr/>
        </p:nvSpPr>
        <p:spPr>
          <a:xfrm>
            <a:off x="0" y="1763937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27"/>
                </a:lnTo>
                <a:lnTo>
                  <a:pt x="523544" y="151827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7"/>
          <p:cNvSpPr/>
          <p:nvPr/>
        </p:nvSpPr>
        <p:spPr>
          <a:xfrm>
            <a:off x="0" y="1832993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7"/>
          <p:cNvSpPr/>
          <p:nvPr/>
        </p:nvSpPr>
        <p:spPr>
          <a:xfrm>
            <a:off x="0" y="1900177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7"/>
          <p:cNvSpPr/>
          <p:nvPr/>
        </p:nvSpPr>
        <p:spPr>
          <a:xfrm>
            <a:off x="0" y="1969234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7"/>
          <p:cNvSpPr/>
          <p:nvPr/>
        </p:nvSpPr>
        <p:spPr>
          <a:xfrm>
            <a:off x="0" y="2036418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7"/>
          <p:cNvSpPr/>
          <p:nvPr/>
        </p:nvSpPr>
        <p:spPr>
          <a:xfrm>
            <a:off x="0" y="2103607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7"/>
          <p:cNvSpPr/>
          <p:nvPr/>
        </p:nvSpPr>
        <p:spPr>
          <a:xfrm>
            <a:off x="0" y="2172668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F76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7"/>
          <p:cNvSpPr/>
          <p:nvPr/>
        </p:nvSpPr>
        <p:spPr>
          <a:xfrm>
            <a:off x="0" y="1289890"/>
            <a:ext cx="238258" cy="1017435"/>
          </a:xfrm>
          <a:custGeom>
            <a:rect b="b" l="l" r="r" t="t"/>
            <a:pathLst>
              <a:path extrusionOk="0" h="2237104" w="523875">
                <a:moveTo>
                  <a:pt x="523532" y="2088756"/>
                </a:moveTo>
                <a:lnTo>
                  <a:pt x="0" y="2088756"/>
                </a:lnTo>
                <a:lnTo>
                  <a:pt x="0" y="2236482"/>
                </a:lnTo>
                <a:lnTo>
                  <a:pt x="523532" y="2236482"/>
                </a:lnTo>
                <a:lnTo>
                  <a:pt x="523532" y="2088756"/>
                </a:lnTo>
                <a:close/>
              </a:path>
              <a:path extrusionOk="0" h="2237104" w="523875">
                <a:moveTo>
                  <a:pt x="523532" y="0"/>
                </a:moveTo>
                <a:lnTo>
                  <a:pt x="0" y="0"/>
                </a:lnTo>
                <a:lnTo>
                  <a:pt x="0" y="147739"/>
                </a:lnTo>
                <a:lnTo>
                  <a:pt x="523532" y="147739"/>
                </a:lnTo>
                <a:lnTo>
                  <a:pt x="523532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7"/>
          <p:cNvSpPr/>
          <p:nvPr/>
        </p:nvSpPr>
        <p:spPr>
          <a:xfrm>
            <a:off x="0" y="2307037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008AC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7"/>
          <p:cNvSpPr/>
          <p:nvPr/>
        </p:nvSpPr>
        <p:spPr>
          <a:xfrm>
            <a:off x="0" y="2374227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F5D1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7"/>
          <p:cNvSpPr/>
          <p:nvPr/>
        </p:nvSpPr>
        <p:spPr>
          <a:xfrm>
            <a:off x="0" y="2510467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F76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7"/>
          <p:cNvSpPr/>
          <p:nvPr/>
        </p:nvSpPr>
        <p:spPr>
          <a:xfrm>
            <a:off x="0" y="2579528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7"/>
          <p:cNvSpPr/>
          <p:nvPr/>
        </p:nvSpPr>
        <p:spPr>
          <a:xfrm>
            <a:off x="0" y="2646712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00597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7"/>
          <p:cNvSpPr/>
          <p:nvPr/>
        </p:nvSpPr>
        <p:spPr>
          <a:xfrm>
            <a:off x="0" y="2782953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F5D1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7"/>
          <p:cNvSpPr/>
          <p:nvPr/>
        </p:nvSpPr>
        <p:spPr>
          <a:xfrm>
            <a:off x="0" y="2713897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7"/>
          <p:cNvSpPr/>
          <p:nvPr/>
        </p:nvSpPr>
        <p:spPr>
          <a:xfrm>
            <a:off x="0" y="2850142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59BF9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7"/>
          <p:cNvSpPr/>
          <p:nvPr/>
        </p:nvSpPr>
        <p:spPr>
          <a:xfrm>
            <a:off x="0" y="2917327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7"/>
          <p:cNvSpPr/>
          <p:nvPr/>
        </p:nvSpPr>
        <p:spPr>
          <a:xfrm>
            <a:off x="0" y="2986387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7"/>
          <p:cNvSpPr/>
          <p:nvPr/>
        </p:nvSpPr>
        <p:spPr>
          <a:xfrm>
            <a:off x="0" y="3053572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7"/>
          <p:cNvSpPr/>
          <p:nvPr/>
        </p:nvSpPr>
        <p:spPr>
          <a:xfrm>
            <a:off x="0" y="3122628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7"/>
          <p:cNvSpPr/>
          <p:nvPr/>
        </p:nvSpPr>
        <p:spPr>
          <a:xfrm>
            <a:off x="0" y="3189818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7"/>
          <p:cNvSpPr/>
          <p:nvPr/>
        </p:nvSpPr>
        <p:spPr>
          <a:xfrm>
            <a:off x="0" y="3257002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7"/>
          <p:cNvSpPr/>
          <p:nvPr/>
        </p:nvSpPr>
        <p:spPr>
          <a:xfrm>
            <a:off x="0" y="3326063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F76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7"/>
          <p:cNvSpPr/>
          <p:nvPr/>
        </p:nvSpPr>
        <p:spPr>
          <a:xfrm>
            <a:off x="0" y="2443291"/>
            <a:ext cx="238258" cy="1017147"/>
          </a:xfrm>
          <a:custGeom>
            <a:rect b="b" l="l" r="r" t="t"/>
            <a:pathLst>
              <a:path extrusionOk="0" h="2236470" w="523875">
                <a:moveTo>
                  <a:pt x="523532" y="2088743"/>
                </a:moveTo>
                <a:lnTo>
                  <a:pt x="0" y="2088743"/>
                </a:lnTo>
                <a:lnTo>
                  <a:pt x="0" y="2236457"/>
                </a:lnTo>
                <a:lnTo>
                  <a:pt x="523532" y="2236457"/>
                </a:lnTo>
                <a:lnTo>
                  <a:pt x="523532" y="2088743"/>
                </a:lnTo>
                <a:close/>
              </a:path>
              <a:path extrusionOk="0" h="2236470" w="523875">
                <a:moveTo>
                  <a:pt x="523532" y="0"/>
                </a:moveTo>
                <a:lnTo>
                  <a:pt x="0" y="0"/>
                </a:lnTo>
                <a:lnTo>
                  <a:pt x="0" y="147713"/>
                </a:lnTo>
                <a:lnTo>
                  <a:pt x="523532" y="147713"/>
                </a:lnTo>
                <a:lnTo>
                  <a:pt x="523532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47"/>
          <p:cNvSpPr/>
          <p:nvPr/>
        </p:nvSpPr>
        <p:spPr>
          <a:xfrm>
            <a:off x="0" y="3460432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008AC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7"/>
          <p:cNvSpPr/>
          <p:nvPr/>
        </p:nvSpPr>
        <p:spPr>
          <a:xfrm>
            <a:off x="0" y="3527621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F5D1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7"/>
          <p:cNvSpPr/>
          <p:nvPr/>
        </p:nvSpPr>
        <p:spPr>
          <a:xfrm>
            <a:off x="0" y="3663862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F76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7"/>
          <p:cNvSpPr/>
          <p:nvPr/>
        </p:nvSpPr>
        <p:spPr>
          <a:xfrm>
            <a:off x="0" y="3732922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7"/>
          <p:cNvSpPr/>
          <p:nvPr/>
        </p:nvSpPr>
        <p:spPr>
          <a:xfrm>
            <a:off x="0" y="3800107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00597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7"/>
          <p:cNvSpPr/>
          <p:nvPr/>
        </p:nvSpPr>
        <p:spPr>
          <a:xfrm>
            <a:off x="0" y="3936348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F5D1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7"/>
          <p:cNvSpPr/>
          <p:nvPr/>
        </p:nvSpPr>
        <p:spPr>
          <a:xfrm>
            <a:off x="0" y="3867292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7"/>
          <p:cNvSpPr/>
          <p:nvPr/>
        </p:nvSpPr>
        <p:spPr>
          <a:xfrm>
            <a:off x="0" y="4003542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59BF9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7"/>
          <p:cNvSpPr/>
          <p:nvPr/>
        </p:nvSpPr>
        <p:spPr>
          <a:xfrm>
            <a:off x="0" y="4070722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7"/>
          <p:cNvSpPr/>
          <p:nvPr/>
        </p:nvSpPr>
        <p:spPr>
          <a:xfrm>
            <a:off x="0" y="4139782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7"/>
          <p:cNvSpPr/>
          <p:nvPr/>
        </p:nvSpPr>
        <p:spPr>
          <a:xfrm>
            <a:off x="0" y="4206971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27"/>
                </a:lnTo>
                <a:lnTo>
                  <a:pt x="523544" y="151827"/>
                </a:lnTo>
                <a:lnTo>
                  <a:pt x="52354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7"/>
          <p:cNvSpPr/>
          <p:nvPr/>
        </p:nvSpPr>
        <p:spPr>
          <a:xfrm>
            <a:off x="0" y="4276023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47"/>
          <p:cNvSpPr/>
          <p:nvPr/>
        </p:nvSpPr>
        <p:spPr>
          <a:xfrm>
            <a:off x="0" y="4343212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7"/>
          <p:cNvSpPr/>
          <p:nvPr/>
        </p:nvSpPr>
        <p:spPr>
          <a:xfrm>
            <a:off x="0" y="4410397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7"/>
          <p:cNvSpPr/>
          <p:nvPr/>
        </p:nvSpPr>
        <p:spPr>
          <a:xfrm>
            <a:off x="0" y="4479453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F76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7"/>
          <p:cNvSpPr/>
          <p:nvPr/>
        </p:nvSpPr>
        <p:spPr>
          <a:xfrm>
            <a:off x="0" y="3596681"/>
            <a:ext cx="238258" cy="1017435"/>
          </a:xfrm>
          <a:custGeom>
            <a:rect b="b" l="l" r="r" t="t"/>
            <a:pathLst>
              <a:path extrusionOk="0" h="2237104" w="523875">
                <a:moveTo>
                  <a:pt x="523532" y="2088756"/>
                </a:moveTo>
                <a:lnTo>
                  <a:pt x="0" y="2088756"/>
                </a:lnTo>
                <a:lnTo>
                  <a:pt x="0" y="2236482"/>
                </a:lnTo>
                <a:lnTo>
                  <a:pt x="523532" y="2236482"/>
                </a:lnTo>
                <a:lnTo>
                  <a:pt x="523532" y="2088756"/>
                </a:lnTo>
                <a:close/>
              </a:path>
              <a:path extrusionOk="0" h="2237104" w="523875">
                <a:moveTo>
                  <a:pt x="523532" y="0"/>
                </a:moveTo>
                <a:lnTo>
                  <a:pt x="0" y="0"/>
                </a:lnTo>
                <a:lnTo>
                  <a:pt x="0" y="147726"/>
                </a:lnTo>
                <a:lnTo>
                  <a:pt x="523532" y="147726"/>
                </a:lnTo>
                <a:lnTo>
                  <a:pt x="523532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7"/>
          <p:cNvSpPr/>
          <p:nvPr/>
        </p:nvSpPr>
        <p:spPr>
          <a:xfrm>
            <a:off x="0" y="4613832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008AC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7"/>
          <p:cNvSpPr/>
          <p:nvPr/>
        </p:nvSpPr>
        <p:spPr>
          <a:xfrm>
            <a:off x="0" y="4681016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F5D1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7"/>
          <p:cNvSpPr/>
          <p:nvPr/>
        </p:nvSpPr>
        <p:spPr>
          <a:xfrm>
            <a:off x="0" y="4817257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38"/>
                </a:lnTo>
                <a:lnTo>
                  <a:pt x="523544" y="151838"/>
                </a:lnTo>
                <a:lnTo>
                  <a:pt x="523544" y="0"/>
                </a:lnTo>
                <a:close/>
              </a:path>
            </a:pathLst>
          </a:custGeom>
          <a:solidFill>
            <a:srgbClr val="F76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7"/>
          <p:cNvSpPr/>
          <p:nvPr/>
        </p:nvSpPr>
        <p:spPr>
          <a:xfrm>
            <a:off x="0" y="4886318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94E3F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7"/>
          <p:cNvSpPr/>
          <p:nvPr/>
        </p:nvSpPr>
        <p:spPr>
          <a:xfrm>
            <a:off x="0" y="4953502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33"/>
                </a:lnTo>
                <a:lnTo>
                  <a:pt x="523544" y="147733"/>
                </a:lnTo>
                <a:lnTo>
                  <a:pt x="523544" y="0"/>
                </a:lnTo>
                <a:close/>
              </a:path>
            </a:pathLst>
          </a:custGeom>
          <a:solidFill>
            <a:srgbClr val="00597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7"/>
          <p:cNvSpPr/>
          <p:nvPr/>
        </p:nvSpPr>
        <p:spPr>
          <a:xfrm>
            <a:off x="0" y="5089743"/>
            <a:ext cx="238258" cy="53428"/>
          </a:xfrm>
          <a:custGeom>
            <a:rect b="b" l="l" r="r" t="t"/>
            <a:pathLst>
              <a:path extrusionOk="0" h="117475" w="523875">
                <a:moveTo>
                  <a:pt x="523544" y="0"/>
                </a:moveTo>
                <a:lnTo>
                  <a:pt x="0" y="0"/>
                </a:lnTo>
                <a:lnTo>
                  <a:pt x="0" y="117389"/>
                </a:lnTo>
                <a:lnTo>
                  <a:pt x="523544" y="117389"/>
                </a:lnTo>
                <a:lnTo>
                  <a:pt x="523544" y="0"/>
                </a:lnTo>
                <a:close/>
              </a:path>
            </a:pathLst>
          </a:custGeom>
          <a:solidFill>
            <a:srgbClr val="F5D1B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7"/>
          <p:cNvSpPr/>
          <p:nvPr/>
        </p:nvSpPr>
        <p:spPr>
          <a:xfrm>
            <a:off x="0" y="5020691"/>
            <a:ext cx="238258" cy="69312"/>
          </a:xfrm>
          <a:custGeom>
            <a:rect b="b" l="l" r="r" t="t"/>
            <a:pathLst>
              <a:path extrusionOk="0" h="152400" w="523875">
                <a:moveTo>
                  <a:pt x="523544" y="0"/>
                </a:moveTo>
                <a:lnTo>
                  <a:pt x="0" y="0"/>
                </a:lnTo>
                <a:lnTo>
                  <a:pt x="0" y="151827"/>
                </a:lnTo>
                <a:lnTo>
                  <a:pt x="523544" y="151827"/>
                </a:lnTo>
                <a:lnTo>
                  <a:pt x="523544" y="0"/>
                </a:lnTo>
                <a:close/>
              </a:path>
            </a:pathLst>
          </a:custGeom>
          <a:solidFill>
            <a:srgbClr val="00A6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7"/>
          <p:cNvSpPr/>
          <p:nvPr/>
        </p:nvSpPr>
        <p:spPr>
          <a:xfrm>
            <a:off x="0" y="4750072"/>
            <a:ext cx="238258" cy="67289"/>
          </a:xfrm>
          <a:custGeom>
            <a:rect b="b" l="l" r="r" t="t"/>
            <a:pathLst>
              <a:path extrusionOk="0" h="147954" w="523875">
                <a:moveTo>
                  <a:pt x="523544" y="0"/>
                </a:moveTo>
                <a:lnTo>
                  <a:pt x="0" y="0"/>
                </a:lnTo>
                <a:lnTo>
                  <a:pt x="0" y="147723"/>
                </a:lnTo>
                <a:lnTo>
                  <a:pt x="523544" y="147723"/>
                </a:lnTo>
                <a:lnTo>
                  <a:pt x="52354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7"/>
          <p:cNvSpPr txBox="1"/>
          <p:nvPr/>
        </p:nvSpPr>
        <p:spPr>
          <a:xfrm>
            <a:off x="1026525" y="815850"/>
            <a:ext cx="71499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rgbClr val="005970"/>
                </a:solidFill>
              </a:rPr>
              <a:t>Источник данных: РосНавык</a:t>
            </a:r>
            <a:endParaRPr b="1" sz="2000">
              <a:solidFill>
                <a:srgbClr val="005970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rgbClr val="005970"/>
                </a:solidFill>
              </a:rPr>
              <a:t>Тип данных: структурированный</a:t>
            </a:r>
            <a:endParaRPr b="1" sz="2000">
              <a:solidFill>
                <a:srgbClr val="005970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rgbClr val="005970"/>
                </a:solidFill>
              </a:rPr>
              <a:t>Способ получения: запрос в РосНавык</a:t>
            </a:r>
            <a:endParaRPr b="1" sz="2000">
              <a:solidFill>
                <a:srgbClr val="005970"/>
              </a:solidFill>
            </a:endParaRPr>
          </a:p>
        </p:txBody>
      </p:sp>
      <p:sp>
        <p:nvSpPr>
          <p:cNvPr id="879" name="Google Shape;879;p47"/>
          <p:cNvSpPr txBox="1"/>
          <p:nvPr/>
        </p:nvSpPr>
        <p:spPr>
          <a:xfrm>
            <a:off x="759600" y="339773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Описание проекта</a:t>
            </a:r>
            <a:endParaRPr sz="600"/>
          </a:p>
        </p:txBody>
      </p:sp>
      <p:sp>
        <p:nvSpPr>
          <p:cNvPr id="880" name="Google Shape;880;p47"/>
          <p:cNvSpPr txBox="1"/>
          <p:nvPr/>
        </p:nvSpPr>
        <p:spPr>
          <a:xfrm>
            <a:off x="759600" y="778775"/>
            <a:ext cx="641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0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000">
              <a:solidFill>
                <a:srgbClr val="005970"/>
              </a:solidFill>
            </a:endParaRPr>
          </a:p>
        </p:txBody>
      </p:sp>
      <p:pic>
        <p:nvPicPr>
          <p:cNvPr id="881" name="Google Shape;88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525" y="2042300"/>
            <a:ext cx="4539178" cy="290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48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888" name="Google Shape;888;p48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48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8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48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48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48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48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48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8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48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48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48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48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48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48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48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48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48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48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48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48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48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48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48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48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8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48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8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8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48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8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8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8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48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48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48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48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8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8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8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48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8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48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48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8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8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8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8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48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8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48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48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48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48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8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8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8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48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8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8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8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8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8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8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8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8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8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48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48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8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8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8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0" name="Google Shape;960;p48"/>
          <p:cNvSpPr txBox="1"/>
          <p:nvPr/>
        </p:nvSpPr>
        <p:spPr>
          <a:xfrm>
            <a:off x="759600" y="647300"/>
            <a:ext cx="8091000" cy="4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rgbClr val="004F5E"/>
                </a:solidFill>
              </a:rPr>
              <a:t>Задачи:</a:t>
            </a:r>
            <a:endParaRPr b="1" sz="2000">
              <a:solidFill>
                <a:srgbClr val="004F5E"/>
              </a:solidFill>
            </a:endParaRPr>
          </a:p>
          <a:p>
            <a:pPr indent="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rgbClr val="004F5E"/>
                </a:solidFill>
              </a:rPr>
              <a:t>1.Собрать данные о вакансиях аналитиков данных в разных регионах.</a:t>
            </a:r>
            <a:endParaRPr sz="2000">
              <a:solidFill>
                <a:srgbClr val="004F5E"/>
              </a:solidFill>
            </a:endParaRPr>
          </a:p>
          <a:p>
            <a:pPr indent="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rgbClr val="004F5E"/>
                </a:solidFill>
              </a:rPr>
              <a:t>2.Проанализировать требования к навыкам, опыту и образованию.</a:t>
            </a:r>
            <a:endParaRPr sz="2000">
              <a:solidFill>
                <a:srgbClr val="004F5E"/>
              </a:solidFill>
            </a:endParaRPr>
          </a:p>
          <a:p>
            <a:pPr indent="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rgbClr val="004F5E"/>
                </a:solidFill>
              </a:rPr>
              <a:t>3.Оценить уровень заработной платы и факторы, влияющие на его размер.</a:t>
            </a:r>
            <a:endParaRPr sz="2000">
              <a:solidFill>
                <a:srgbClr val="004F5E"/>
              </a:solidFill>
            </a:endParaRPr>
          </a:p>
          <a:p>
            <a:pPr indent="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rgbClr val="004F5E"/>
                </a:solidFill>
              </a:rPr>
              <a:t>4.Исследовать динамику спроса на специалистов по месяцам.</a:t>
            </a:r>
            <a:endParaRPr sz="2000">
              <a:solidFill>
                <a:srgbClr val="004F5E"/>
              </a:solidFill>
            </a:endParaRPr>
          </a:p>
          <a:p>
            <a:pPr indent="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rgbClr val="004F5E"/>
                </a:solidFill>
              </a:rPr>
              <a:t>5.Создать интерактивный дашборд для визуализации данных.</a:t>
            </a:r>
            <a:endParaRPr b="1" sz="2600">
              <a:solidFill>
                <a:srgbClr val="004F5E"/>
              </a:solidFill>
            </a:endParaRPr>
          </a:p>
        </p:txBody>
      </p:sp>
      <p:sp>
        <p:nvSpPr>
          <p:cNvPr id="961" name="Google Shape;961;p48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Описание проекта</a:t>
            </a:r>
            <a:endParaRPr sz="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49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968" name="Google Shape;968;p49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49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49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49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49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49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49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49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49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49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49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49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9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9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9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9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9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9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9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49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49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49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49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49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49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49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49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49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49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49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49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49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49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49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49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49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49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49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49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49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49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49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49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49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49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49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49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49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9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49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49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9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9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49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49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49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49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49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49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49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49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9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9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9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49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9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0" name="Google Shape;1040;p49"/>
          <p:cNvSpPr txBox="1"/>
          <p:nvPr/>
        </p:nvSpPr>
        <p:spPr>
          <a:xfrm>
            <a:off x="759600" y="807025"/>
            <a:ext cx="7960500" cy="3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Гипотез</a:t>
            </a:r>
            <a:r>
              <a:rPr b="1" lang="ru" sz="2000">
                <a:solidFill>
                  <a:srgbClr val="005970"/>
                </a:solidFill>
              </a:rPr>
              <a:t>ы</a:t>
            </a:r>
            <a:r>
              <a:rPr b="1" lang="ru" sz="20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 исследования:</a:t>
            </a:r>
            <a:endParaRPr b="1" sz="2000">
              <a:solidFill>
                <a:srgbClr val="00597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4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2000"/>
              <a:buChar char="●"/>
            </a:pPr>
            <a:r>
              <a:rPr lang="ru" sz="2000">
                <a:solidFill>
                  <a:srgbClr val="004F5E"/>
                </a:solidFill>
              </a:rPr>
              <a:t>Спрос на аналитиков данных выше в крупных городах (например, Москва, Санкт-Петербург) по сравнению с регионами.</a:t>
            </a:r>
            <a:endParaRPr sz="2000">
              <a:solidFill>
                <a:srgbClr val="004F5E"/>
              </a:solidFill>
            </a:endParaRPr>
          </a:p>
          <a:p>
            <a:pPr indent="-134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2000"/>
              <a:buChar char="●"/>
            </a:pPr>
            <a:r>
              <a:rPr lang="ru" sz="2000">
                <a:solidFill>
                  <a:srgbClr val="004F5E"/>
                </a:solidFill>
              </a:rPr>
              <a:t>Заработная плата аналитиков данных зависит от уровня квалификации, опыта работы, </a:t>
            </a:r>
            <a:r>
              <a:rPr lang="ru" sz="2000">
                <a:solidFill>
                  <a:srgbClr val="004F5E"/>
                </a:solidFill>
                <a:latin typeface="var(--colab-code-font-family)"/>
                <a:ea typeface="var(--colab-code-font-family)"/>
                <a:cs typeface="var(--colab-code-font-family)"/>
                <a:sym typeface="var(--colab-code-font-family)"/>
              </a:rPr>
              <a:t>специальности, региона, график работы, вид трудоустройства.</a:t>
            </a:r>
            <a:endParaRPr sz="2000">
              <a:solidFill>
                <a:srgbClr val="004F5E"/>
              </a:solidFill>
            </a:endParaRPr>
          </a:p>
          <a:p>
            <a:pPr indent="-134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2000"/>
              <a:buChar char="●"/>
            </a:pPr>
            <a:r>
              <a:rPr lang="ru" sz="2000">
                <a:solidFill>
                  <a:srgbClr val="004F5E"/>
                </a:solidFill>
              </a:rPr>
              <a:t>Вакансии аналитиков данных чаще всего требуют навыков в области SQL и Python.</a:t>
            </a:r>
            <a:endParaRPr b="1" sz="2800">
              <a:solidFill>
                <a:srgbClr val="004F5E"/>
              </a:solidFill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59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49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7" name="Google Shape;1047;p50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048" name="Google Shape;1048;p50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50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50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50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50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50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50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50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50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50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50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50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50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50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50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50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50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50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50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50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50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50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50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50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50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50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50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50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50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50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50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50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50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50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50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50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50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50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50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50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50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50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50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50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50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50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50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50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50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50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50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50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50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50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50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50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50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50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50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0" name="Google Shape;1120;p50"/>
          <p:cNvSpPr txBox="1"/>
          <p:nvPr/>
        </p:nvSpPr>
        <p:spPr>
          <a:xfrm>
            <a:off x="759600" y="807025"/>
            <a:ext cx="79605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" sz="2000">
                <a:solidFill>
                  <a:srgbClr val="005970"/>
                </a:solidFill>
              </a:rPr>
              <a:t>Методы проверки гипотез:</a:t>
            </a:r>
            <a:endParaRPr sz="1200">
              <a:solidFill>
                <a:schemeClr val="dk1"/>
              </a:solidFill>
            </a:endParaRPr>
          </a:p>
          <a:p>
            <a:pPr indent="0" lvl="0" marL="360001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" sz="2000">
                <a:solidFill>
                  <a:srgbClr val="004F5E"/>
                </a:solidFill>
              </a:rPr>
              <a:t>1.</a:t>
            </a:r>
            <a:r>
              <a:rPr b="1" lang="ru" sz="2000">
                <a:solidFill>
                  <a:srgbClr val="004F5E"/>
                </a:solidFill>
              </a:rPr>
              <a:t>Сбор данных:</a:t>
            </a:r>
            <a:r>
              <a:rPr lang="ru" sz="2000">
                <a:solidFill>
                  <a:srgbClr val="004F5E"/>
                </a:solidFill>
              </a:rPr>
              <a:t> Из открытых источников вакансий (например, РосНавык, HeadHunter, Работа России).</a:t>
            </a:r>
            <a:endParaRPr sz="2000">
              <a:solidFill>
                <a:srgbClr val="004F5E"/>
              </a:solidFill>
            </a:endParaRPr>
          </a:p>
          <a:p>
            <a:pPr indent="0" lvl="0" marL="360001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ru" sz="2000">
                <a:solidFill>
                  <a:srgbClr val="004F5E"/>
                </a:solidFill>
              </a:rPr>
              <a:t>2.</a:t>
            </a:r>
            <a:r>
              <a:rPr b="1" lang="ru" sz="2000">
                <a:solidFill>
                  <a:srgbClr val="004F5E"/>
                </a:solidFill>
              </a:rPr>
              <a:t>Анализ данных:</a:t>
            </a:r>
            <a:r>
              <a:rPr lang="ru" sz="2000">
                <a:solidFill>
                  <a:srgbClr val="004F5E"/>
                </a:solidFill>
              </a:rPr>
              <a:t> Статистические методы для оценки уровня зарплат, распределения требований и динамики спроса.</a:t>
            </a:r>
            <a:endParaRPr sz="2000">
              <a:solidFill>
                <a:srgbClr val="004F5E"/>
              </a:solidFill>
            </a:endParaRPr>
          </a:p>
          <a:p>
            <a:pPr indent="0" lvl="0" marL="360001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ru" sz="2000">
                <a:solidFill>
                  <a:srgbClr val="004F5E"/>
                </a:solidFill>
              </a:rPr>
              <a:t>3.</a:t>
            </a:r>
            <a:r>
              <a:rPr b="1" lang="ru" sz="2000">
                <a:solidFill>
                  <a:srgbClr val="004F5E"/>
                </a:solidFill>
              </a:rPr>
              <a:t>Визуализация данных:</a:t>
            </a:r>
            <a:r>
              <a:rPr lang="ru" sz="2000">
                <a:solidFill>
                  <a:srgbClr val="004F5E"/>
                </a:solidFill>
              </a:rPr>
              <a:t> Построение дашборда с использованием инструментов визуализации данных (например, Power BI).</a:t>
            </a:r>
            <a:endParaRPr sz="2000">
              <a:solidFill>
                <a:srgbClr val="004F5E"/>
              </a:solidFill>
            </a:endParaRPr>
          </a:p>
          <a:p>
            <a:pPr indent="0" lvl="0" marL="0" rtl="0" algn="l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000">
              <a:solidFill>
                <a:srgbClr val="005970"/>
              </a:solidFill>
            </a:endParaRPr>
          </a:p>
          <a:p>
            <a:pPr indent="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000">
              <a:solidFill>
                <a:srgbClr val="005970"/>
              </a:solidFill>
            </a:endParaRPr>
          </a:p>
          <a:p>
            <a:pPr indent="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5970"/>
              </a:solidFill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59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50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51"/>
          <p:cNvSpPr txBox="1"/>
          <p:nvPr/>
        </p:nvSpPr>
        <p:spPr>
          <a:xfrm>
            <a:off x="6883319" y="4721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b="0" i="0" sz="9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7" name="Google Shape;1127;p51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  <p:sp>
        <p:nvSpPr>
          <p:cNvPr id="1128" name="Google Shape;1128;p51"/>
          <p:cNvSpPr txBox="1"/>
          <p:nvPr/>
        </p:nvSpPr>
        <p:spPr>
          <a:xfrm>
            <a:off x="759600" y="807025"/>
            <a:ext cx="632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Calibri"/>
                <a:ea typeface="Calibri"/>
                <a:cs typeface="Calibri"/>
                <a:sym typeface="Calibri"/>
              </a:rPr>
              <a:t>Описание спроса по месяцам</a:t>
            </a:r>
            <a:endParaRPr b="1" sz="2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9" name="Google Shape;112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750" y="1338125"/>
            <a:ext cx="5734050" cy="365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0" name="Google Shape;1130;p51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131" name="Google Shape;1131;p51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51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51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51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51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51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51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51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51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51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51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51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51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51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51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51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51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51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51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51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51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51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51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51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51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51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51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51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51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51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51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51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51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51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51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51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51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51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51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51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51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51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51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51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51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51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51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51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51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51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51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51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51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51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51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51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51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51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51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51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51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51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51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51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51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51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51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51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51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51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51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51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3" name="Google Shape;1203;p51"/>
          <p:cNvSpPr txBox="1"/>
          <p:nvPr/>
        </p:nvSpPr>
        <p:spPr>
          <a:xfrm>
            <a:off x="830375" y="1325675"/>
            <a:ext cx="31929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6200" lvl="0" marL="180000" marR="6676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4F5E"/>
              </a:buClr>
              <a:buSzPts val="1200"/>
              <a:buFont typeface="Calibri"/>
              <a:buAutoNum type="arabicPeriod"/>
            </a:pPr>
            <a:r>
              <a:rPr b="1" lang="ru" sz="1200">
                <a:solidFill>
                  <a:srgbClr val="004F5E"/>
                </a:solidFill>
              </a:rPr>
              <a:t>Февраль 2024: умеренный спрос с 5 603 вакансиями.</a:t>
            </a:r>
            <a:endParaRPr b="1" sz="1200">
              <a:solidFill>
                <a:srgbClr val="004F5E"/>
              </a:solidFill>
            </a:endParaRPr>
          </a:p>
          <a:p>
            <a:pPr indent="-76200" lvl="0" marL="180000" marR="6676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4F5E"/>
              </a:buClr>
              <a:buSzPts val="1200"/>
              <a:buFont typeface="Calibri"/>
              <a:buAutoNum type="arabicPeriod"/>
            </a:pPr>
            <a:r>
              <a:rPr b="1" lang="ru" sz="1200">
                <a:solidFill>
                  <a:srgbClr val="004F5E"/>
                </a:solidFill>
              </a:rPr>
              <a:t>Март 2024: рост до 7 183 вакансий (+1 580 вакансий). </a:t>
            </a:r>
            <a:endParaRPr b="1" sz="1200">
              <a:solidFill>
                <a:srgbClr val="004F5E"/>
              </a:solidFill>
            </a:endParaRPr>
          </a:p>
          <a:p>
            <a:pPr indent="-76200" lvl="0" marL="180000" marR="6676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4F5E"/>
              </a:buClr>
              <a:buSzPts val="1200"/>
              <a:buFont typeface="Calibri"/>
              <a:buAutoNum type="arabicPeriod"/>
            </a:pPr>
            <a:r>
              <a:rPr b="1" lang="ru" sz="1200">
                <a:solidFill>
                  <a:srgbClr val="004F5E"/>
                </a:solidFill>
              </a:rPr>
              <a:t>Апрель 2024: снижение до 6 980 вакансий (-203 вакансии по сравнению с мартом), но спрос остается высоким по сравнению с февралем.</a:t>
            </a:r>
            <a:endParaRPr b="1" sz="1200">
              <a:solidFill>
                <a:srgbClr val="004F5E"/>
              </a:solidFill>
            </a:endParaRPr>
          </a:p>
          <a:p>
            <a:pPr indent="-76200" lvl="0" marL="180000" marR="6676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4F5E"/>
              </a:buClr>
              <a:buSzPts val="1200"/>
              <a:buFont typeface="Calibri"/>
              <a:buAutoNum type="arabicPeriod"/>
            </a:pPr>
            <a:r>
              <a:rPr b="1" lang="ru" sz="1200">
                <a:solidFill>
                  <a:srgbClr val="004F5E"/>
                </a:solidFill>
              </a:rPr>
              <a:t>Май 2024: Резкое снижение до 1 140 вакансий (-5 840 вакансий по сравнению с апрелем). </a:t>
            </a:r>
            <a:endParaRPr b="1" sz="1200">
              <a:solidFill>
                <a:srgbClr val="004F5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9" name="Google Shape;1209;p52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210" name="Google Shape;1210;p52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52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52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52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52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52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52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52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52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52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52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52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52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52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52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52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52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52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52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52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52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52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52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52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52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52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52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52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52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52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52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52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52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52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52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52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52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52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52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52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52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52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52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52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52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52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52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52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52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52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52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52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52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52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52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52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52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52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52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52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52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52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52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52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52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52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52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52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52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52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52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52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2" name="Google Shape;1282;p52"/>
          <p:cNvSpPr txBox="1"/>
          <p:nvPr/>
        </p:nvSpPr>
        <p:spPr>
          <a:xfrm>
            <a:off x="690293" y="897683"/>
            <a:ext cx="77634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900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Полученные результаты:</a:t>
            </a:r>
            <a:endParaRPr sz="600"/>
          </a:p>
        </p:txBody>
      </p:sp>
      <p:sp>
        <p:nvSpPr>
          <p:cNvPr id="1283" name="Google Shape;1283;p52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Интерпретация данных</a:t>
            </a:r>
            <a:endParaRPr sz="600"/>
          </a:p>
        </p:txBody>
      </p:sp>
      <p:sp>
        <p:nvSpPr>
          <p:cNvPr id="1284" name="Google Shape;1284;p52"/>
          <p:cNvSpPr txBox="1"/>
          <p:nvPr/>
        </p:nvSpPr>
        <p:spPr>
          <a:xfrm>
            <a:off x="759600" y="1338125"/>
            <a:ext cx="6380400" cy="3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Calibri"/>
                <a:ea typeface="Calibri"/>
                <a:cs typeface="Calibri"/>
                <a:sym typeface="Calibri"/>
              </a:rPr>
              <a:t>Выводы:</a:t>
            </a:r>
            <a:endParaRPr b="1" sz="2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180000" marR="3841561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4F5E"/>
              </a:buClr>
              <a:buSzPts val="1200"/>
              <a:buFont typeface="Calibri"/>
              <a:buChar char="❏"/>
            </a:pPr>
            <a:r>
              <a:rPr b="1" lang="ru" sz="1200">
                <a:solidFill>
                  <a:srgbClr val="004F5E"/>
                </a:solidFill>
              </a:rPr>
              <a:t>Спрос на специалистов значительно увеличился в марте по сравнению с февралем.</a:t>
            </a:r>
            <a:endParaRPr b="1" sz="1200">
              <a:solidFill>
                <a:srgbClr val="004F5E"/>
              </a:solidFill>
            </a:endParaRPr>
          </a:p>
          <a:p>
            <a:pPr indent="-76200" lvl="0" marL="180000" marR="3841561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4F5E"/>
              </a:buClr>
              <a:buSzPts val="1200"/>
              <a:buChar char="❏"/>
            </a:pPr>
            <a:r>
              <a:rPr b="1" lang="ru" sz="1200">
                <a:solidFill>
                  <a:srgbClr val="004F5E"/>
                </a:solidFill>
              </a:rPr>
              <a:t>В апреле спрос немного снизился, но оставался выше февральского уровня.</a:t>
            </a:r>
            <a:endParaRPr b="1" sz="1200">
              <a:solidFill>
                <a:srgbClr val="004F5E"/>
              </a:solidFill>
            </a:endParaRPr>
          </a:p>
          <a:p>
            <a:pPr indent="-76200" lvl="0" marL="180000" marR="3841561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4F5E"/>
              </a:buClr>
              <a:buSzPts val="1200"/>
              <a:buChar char="❏"/>
            </a:pPr>
            <a:r>
              <a:rPr b="1" lang="ru" sz="1200">
                <a:solidFill>
                  <a:srgbClr val="004F5E"/>
                </a:solidFill>
              </a:rPr>
              <a:t>В мае наблюдается резкое падение спроса, что может быть связано с сезонными факторами.</a:t>
            </a:r>
            <a:endParaRPr b="1" sz="1200">
              <a:solidFill>
                <a:srgbClr val="004F5E"/>
              </a:solidFill>
            </a:endParaRPr>
          </a:p>
        </p:txBody>
      </p:sp>
      <p:pic>
        <p:nvPicPr>
          <p:cNvPr id="1285" name="Google Shape;128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750" y="1338125"/>
            <a:ext cx="573405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53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  <p:sp>
        <p:nvSpPr>
          <p:cNvPr id="1291" name="Google Shape;1291;p53"/>
          <p:cNvSpPr txBox="1"/>
          <p:nvPr/>
        </p:nvSpPr>
        <p:spPr>
          <a:xfrm>
            <a:off x="759600" y="807025"/>
            <a:ext cx="82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Calibri"/>
                <a:ea typeface="Calibri"/>
                <a:cs typeface="Calibri"/>
                <a:sym typeface="Calibri"/>
              </a:rPr>
              <a:t>Описание спроса в зависимости от местоположения</a:t>
            </a:r>
            <a:endParaRPr b="1" sz="2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92" name="Google Shape;1292;p53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293" name="Google Shape;1293;p53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53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53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53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53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53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53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53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53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53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53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53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53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53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53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53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53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53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53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53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53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53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53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53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53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53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53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53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53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53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53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53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53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53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53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53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53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53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53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53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53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53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53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53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53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53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53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53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53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53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53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53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53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53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53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53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53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53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53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53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53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53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53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53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53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53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53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53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53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53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53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53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5" name="Google Shape;1365;p53"/>
          <p:cNvSpPr txBox="1"/>
          <p:nvPr/>
        </p:nvSpPr>
        <p:spPr>
          <a:xfrm>
            <a:off x="1004725" y="1562675"/>
            <a:ext cx="627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6" name="Google Shape;136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7150" y="1299625"/>
            <a:ext cx="2289125" cy="36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53"/>
          <p:cNvSpPr txBox="1"/>
          <p:nvPr/>
        </p:nvSpPr>
        <p:spPr>
          <a:xfrm>
            <a:off x="874450" y="1463388"/>
            <a:ext cx="5446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0000" marR="22337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  <a:latin typeface="var(--colab-code-font-family)"/>
                <a:ea typeface="var(--colab-code-font-family)"/>
                <a:cs typeface="var(--colab-code-font-family)"/>
                <a:sym typeface="var(--colab-code-font-family)"/>
              </a:rPr>
              <a:t>Справа таблица с регионами, где наблюдается наибольший спрос на специалистов</a:t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180000" marR="2233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180000" marR="22337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004F5E"/>
                </a:solidFill>
                <a:latin typeface="var(--colab-code-font-family)"/>
                <a:ea typeface="var(--colab-code-font-family)"/>
                <a:cs typeface="var(--colab-code-font-family)"/>
                <a:sym typeface="var(--colab-code-font-family)"/>
              </a:rPr>
              <a:t>Есть следующие предложения по удаленной работе за границей:</a:t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13800" lvl="0" marL="180000" marR="223370" rtl="0" algn="l"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1200"/>
              <a:buFont typeface="Noto Sans Symbols"/>
              <a:buAutoNum type="arabicPeriod"/>
            </a:pPr>
            <a:r>
              <a:rPr b="1" lang="ru" sz="1200">
                <a:solidFill>
                  <a:srgbClr val="004F5E"/>
                </a:solidFill>
                <a:latin typeface="var(--colab-code-font-family)"/>
                <a:ea typeface="var(--colab-code-font-family)"/>
                <a:cs typeface="var(--colab-code-font-family)"/>
                <a:sym typeface="var(--colab-code-font-family)"/>
              </a:rPr>
              <a:t>Аналитик (Аналитик трафика) в Ottone Media Ads. Ltd (Казахстан)</a:t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13800" lvl="0" marL="180000" marR="223370" rtl="0" algn="l"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1200"/>
              <a:buFont typeface="Noto Sans Symbols"/>
              <a:buAutoNum type="arabicPeriod"/>
            </a:pPr>
            <a:r>
              <a:rPr b="1" lang="ru" sz="1200">
                <a:solidFill>
                  <a:srgbClr val="004F5E"/>
                </a:solidFill>
                <a:latin typeface="var(--colab-code-font-family)"/>
                <a:ea typeface="var(--colab-code-font-family)"/>
                <a:cs typeface="var(--colab-code-font-family)"/>
                <a:sym typeface="var(--colab-code-font-family)"/>
              </a:rPr>
              <a:t>Аналитик (CRM analyst) в Compensair LTD (Великобритания)</a:t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13800" lvl="0" marL="180000" marR="223370" rtl="0" algn="l"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1200"/>
              <a:buFont typeface="Noto Sans Symbols"/>
              <a:buAutoNum type="arabicPeriod"/>
            </a:pPr>
            <a:r>
              <a:rPr b="1" lang="ru" sz="1200">
                <a:solidFill>
                  <a:srgbClr val="004F5E"/>
                </a:solidFill>
                <a:latin typeface="var(--colab-code-font-family)"/>
                <a:ea typeface="var(--colab-code-font-family)"/>
                <a:cs typeface="var(--colab-code-font-family)"/>
                <a:sym typeface="var(--colab-code-font-family)"/>
              </a:rPr>
              <a:t>Аналитик (Аналитик-скриптолог) в Томору (Казахстан)</a:t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13800" lvl="0" marL="180000" marR="223370" rtl="0" algn="l"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1200"/>
              <a:buFont typeface="Noto Sans Symbols"/>
              <a:buAutoNum type="arabicPeriod"/>
            </a:pPr>
            <a:r>
              <a:rPr b="1" lang="ru" sz="1200">
                <a:solidFill>
                  <a:srgbClr val="004F5E"/>
                </a:solidFill>
                <a:latin typeface="var(--colab-code-font-family)"/>
                <a:ea typeface="var(--colab-code-font-family)"/>
                <a:cs typeface="var(--colab-code-font-family)"/>
                <a:sym typeface="var(--colab-code-font-family)"/>
              </a:rPr>
              <a:t>Аналитик (Аналитик в digital агентство) в CAPSBOLD LTD (Кипр)</a:t>
            </a:r>
            <a:endParaRPr b="1" sz="12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54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  <p:sp>
        <p:nvSpPr>
          <p:cNvPr id="1373" name="Google Shape;1373;p54"/>
          <p:cNvSpPr txBox="1"/>
          <p:nvPr/>
        </p:nvSpPr>
        <p:spPr>
          <a:xfrm>
            <a:off x="759600" y="807025"/>
            <a:ext cx="779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Calibri"/>
                <a:ea typeface="Calibri"/>
                <a:cs typeface="Calibri"/>
                <a:sym typeface="Calibri"/>
              </a:rPr>
              <a:t>Факторы по гипотезе влияющие на размер заработной платы</a:t>
            </a:r>
            <a:endParaRPr b="1" sz="2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4" name="Google Shape;1374;p54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375" name="Google Shape;1375;p54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54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54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54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54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54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54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54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54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54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54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54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54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54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54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54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54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54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54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54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54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54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54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54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54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54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54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54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54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54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54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54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54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54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54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54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54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54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54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54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54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54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54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54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54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54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54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54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54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54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54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54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54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54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54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54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54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54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54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54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54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54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54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54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54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54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54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54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54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54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54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54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47" name="Google Shape;144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288" y="1317938"/>
            <a:ext cx="1235350" cy="12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3163" y="2600238"/>
            <a:ext cx="1235350" cy="12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9" name="Google Shape;144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1150" y="2631488"/>
            <a:ext cx="1235350" cy="12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0" name="Google Shape;1450;p54"/>
          <p:cNvPicPr preferRelativeResize="0"/>
          <p:nvPr/>
        </p:nvPicPr>
        <p:blipFill rotWithShape="1">
          <a:blip r:embed="rId6">
            <a:alphaModFix/>
          </a:blip>
          <a:srcRect b="-2110" l="0" r="0" t="2110"/>
          <a:stretch/>
        </p:blipFill>
        <p:spPr>
          <a:xfrm>
            <a:off x="857038" y="1317938"/>
            <a:ext cx="1235350" cy="12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1" name="Google Shape;1451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2863" y="2631488"/>
            <a:ext cx="1235350" cy="12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6663" y="1317938"/>
            <a:ext cx="1235350" cy="12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54"/>
          <p:cNvSpPr txBox="1"/>
          <p:nvPr/>
        </p:nvSpPr>
        <p:spPr>
          <a:xfrm>
            <a:off x="857050" y="2325475"/>
            <a:ext cx="123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  <a:latin typeface="Calibri"/>
                <a:ea typeface="Calibri"/>
                <a:cs typeface="Calibri"/>
                <a:sym typeface="Calibri"/>
              </a:rPr>
              <a:t>специальность</a:t>
            </a:r>
            <a:endParaRPr b="1" sz="12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54"/>
          <p:cNvSpPr txBox="1"/>
          <p:nvPr/>
        </p:nvSpPr>
        <p:spPr>
          <a:xfrm>
            <a:off x="2388675" y="3806950"/>
            <a:ext cx="87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  <a:latin typeface="Calibri"/>
                <a:ea typeface="Calibri"/>
                <a:cs typeface="Calibri"/>
                <a:sym typeface="Calibri"/>
              </a:rPr>
              <a:t>регион</a:t>
            </a:r>
            <a:endParaRPr b="1" sz="12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54"/>
          <p:cNvSpPr txBox="1"/>
          <p:nvPr/>
        </p:nvSpPr>
        <p:spPr>
          <a:xfrm>
            <a:off x="3596263" y="2571600"/>
            <a:ext cx="567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4952211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  <a:latin typeface="Calibri"/>
                <a:ea typeface="Calibri"/>
                <a:cs typeface="Calibri"/>
                <a:sym typeface="Calibri"/>
              </a:rPr>
              <a:t>опыт</a:t>
            </a:r>
            <a:endParaRPr b="1" sz="12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4772212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  <a:latin typeface="Calibri"/>
                <a:ea typeface="Calibri"/>
                <a:cs typeface="Calibri"/>
                <a:sym typeface="Calibri"/>
              </a:rPr>
              <a:t>работы</a:t>
            </a:r>
            <a:endParaRPr b="1" sz="12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54"/>
          <p:cNvSpPr txBox="1"/>
          <p:nvPr/>
        </p:nvSpPr>
        <p:spPr>
          <a:xfrm>
            <a:off x="4572000" y="3869450"/>
            <a:ext cx="12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  <a:latin typeface="Calibri"/>
                <a:ea typeface="Calibri"/>
                <a:cs typeface="Calibri"/>
                <a:sym typeface="Calibri"/>
              </a:rPr>
              <a:t>график  работы</a:t>
            </a:r>
            <a:endParaRPr b="1" sz="12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54"/>
          <p:cNvSpPr txBox="1"/>
          <p:nvPr/>
        </p:nvSpPr>
        <p:spPr>
          <a:xfrm>
            <a:off x="5823925" y="2553275"/>
            <a:ext cx="131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  <a:latin typeface="Calibri"/>
                <a:ea typeface="Calibri"/>
                <a:cs typeface="Calibri"/>
                <a:sym typeface="Calibri"/>
              </a:rPr>
              <a:t>           вид трудоустройства</a:t>
            </a:r>
            <a:endParaRPr b="1" sz="12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54"/>
          <p:cNvSpPr txBox="1"/>
          <p:nvPr/>
        </p:nvSpPr>
        <p:spPr>
          <a:xfrm>
            <a:off x="7339125" y="3882550"/>
            <a:ext cx="11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  <a:latin typeface="Calibri"/>
                <a:ea typeface="Calibri"/>
                <a:cs typeface="Calibri"/>
                <a:sym typeface="Calibri"/>
              </a:rPr>
              <a:t>знание английского языка</a:t>
            </a:r>
            <a:endParaRPr b="1" sz="12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54"/>
          <p:cNvSpPr/>
          <p:nvPr/>
        </p:nvSpPr>
        <p:spPr>
          <a:xfrm>
            <a:off x="832975" y="2401075"/>
            <a:ext cx="1259400" cy="21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54"/>
          <p:cNvSpPr/>
          <p:nvPr/>
        </p:nvSpPr>
        <p:spPr>
          <a:xfrm>
            <a:off x="2388675" y="3882550"/>
            <a:ext cx="675600" cy="21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54"/>
          <p:cNvSpPr/>
          <p:nvPr/>
        </p:nvSpPr>
        <p:spPr>
          <a:xfrm>
            <a:off x="3525800" y="2694775"/>
            <a:ext cx="871800" cy="369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54"/>
          <p:cNvSpPr/>
          <p:nvPr/>
        </p:nvSpPr>
        <p:spPr>
          <a:xfrm>
            <a:off x="4559963" y="3945050"/>
            <a:ext cx="1259400" cy="21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54"/>
          <p:cNvSpPr/>
          <p:nvPr/>
        </p:nvSpPr>
        <p:spPr>
          <a:xfrm>
            <a:off x="5852275" y="2619175"/>
            <a:ext cx="1259400" cy="39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54"/>
          <p:cNvSpPr/>
          <p:nvPr/>
        </p:nvSpPr>
        <p:spPr>
          <a:xfrm>
            <a:off x="7339125" y="3950350"/>
            <a:ext cx="1259400" cy="603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4F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55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  <p:sp>
        <p:nvSpPr>
          <p:cNvPr id="1470" name="Google Shape;1470;p55"/>
          <p:cNvSpPr txBox="1"/>
          <p:nvPr/>
        </p:nvSpPr>
        <p:spPr>
          <a:xfrm>
            <a:off x="759600" y="807025"/>
            <a:ext cx="632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Calibri"/>
                <a:ea typeface="Calibri"/>
                <a:cs typeface="Calibri"/>
                <a:sym typeface="Calibri"/>
              </a:rPr>
              <a:t>Общие показатели заработной платы</a:t>
            </a:r>
            <a:endParaRPr b="1" sz="2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1" name="Google Shape;1471;p55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472" name="Google Shape;1472;p55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55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55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55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55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55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55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55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55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55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55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55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55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55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55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55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55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55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55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55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55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55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55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55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55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55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55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55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55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55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55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55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55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55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55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55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55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55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55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55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55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55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55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55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55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55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55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55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55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55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55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55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55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55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55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55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55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55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55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55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55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55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55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55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55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55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55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55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55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55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55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55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44" name="Google Shape;154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8" y="1818250"/>
            <a:ext cx="164782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0875" y="1299625"/>
            <a:ext cx="4709281" cy="32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56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  <p:sp>
        <p:nvSpPr>
          <p:cNvPr id="1551" name="Google Shape;1551;p56"/>
          <p:cNvSpPr txBox="1"/>
          <p:nvPr/>
        </p:nvSpPr>
        <p:spPr>
          <a:xfrm>
            <a:off x="759600" y="807025"/>
            <a:ext cx="82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Calibri"/>
                <a:ea typeface="Calibri"/>
                <a:cs typeface="Calibri"/>
                <a:sym typeface="Calibri"/>
              </a:rPr>
              <a:t>Зависимость заработной платы от специальности</a:t>
            </a:r>
            <a:endParaRPr b="1" sz="2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2" name="Google Shape;1552;p56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553" name="Google Shape;1553;p56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56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56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56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56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56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56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56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56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56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56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56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56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56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56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56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56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56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56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56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56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56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56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56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56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56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56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56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56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56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56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56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56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56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56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56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56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56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56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56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56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56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56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56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56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56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56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56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56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56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56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56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56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56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56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56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56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56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56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56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56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56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56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56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56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56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56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56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56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56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56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56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5" name="Google Shape;1625;p56"/>
          <p:cNvSpPr txBox="1"/>
          <p:nvPr/>
        </p:nvSpPr>
        <p:spPr>
          <a:xfrm>
            <a:off x="1004725" y="1562675"/>
            <a:ext cx="627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56"/>
          <p:cNvSpPr txBox="1"/>
          <p:nvPr/>
        </p:nvSpPr>
        <p:spPr>
          <a:xfrm>
            <a:off x="824775" y="1347050"/>
            <a:ext cx="36645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Название специальности и медиана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Аналитик                         80000.0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BI-аналитик, аналитик данных    100000.0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Бизнес-аналитик                 100000.0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Дата-сайентист                  120000.0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Системный аналитик              150000.0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004F5E"/>
                </a:solidFill>
              </a:rPr>
              <a:t>В данном датасете медиана заработной платы аналитика ниже остальных, BI-аналитик и 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004F5E"/>
                </a:solidFill>
              </a:rPr>
              <a:t>бизнес-аналитик имеют медиану заработной платы на одном среднем уровне, а у системного аналитика и дата-сайентиста высокие медианы.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</p:txBody>
      </p:sp>
      <p:pic>
        <p:nvPicPr>
          <p:cNvPr id="1627" name="Google Shape;162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050" y="1427200"/>
            <a:ext cx="4009249" cy="362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57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  <p:sp>
        <p:nvSpPr>
          <p:cNvPr id="1633" name="Google Shape;1633;p57"/>
          <p:cNvSpPr txBox="1"/>
          <p:nvPr/>
        </p:nvSpPr>
        <p:spPr>
          <a:xfrm>
            <a:off x="759600" y="807025"/>
            <a:ext cx="82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Calibri"/>
                <a:ea typeface="Calibri"/>
                <a:cs typeface="Calibri"/>
                <a:sym typeface="Calibri"/>
              </a:rPr>
              <a:t>Зависимость заработной платы от региона</a:t>
            </a:r>
            <a:endParaRPr b="1" sz="2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4" name="Google Shape;1634;p57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635" name="Google Shape;1635;p57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57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57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1638;p57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1639;p57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57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57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57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57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1644;p57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5" name="Google Shape;1645;p57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1646;p57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1647;p57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1648;p57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57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0" name="Google Shape;1650;p57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1" name="Google Shape;1651;p57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57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57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57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57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57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57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57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57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57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57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57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57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57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57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57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57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57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57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57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57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57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57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57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57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57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57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57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57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57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57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57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57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57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57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57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57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57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57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57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57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57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57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57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57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57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57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57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57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57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57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57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57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57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57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57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7" name="Google Shape;1707;p57"/>
          <p:cNvSpPr txBox="1"/>
          <p:nvPr/>
        </p:nvSpPr>
        <p:spPr>
          <a:xfrm>
            <a:off x="1004725" y="1562675"/>
            <a:ext cx="627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57"/>
          <p:cNvSpPr txBox="1"/>
          <p:nvPr/>
        </p:nvSpPr>
        <p:spPr>
          <a:xfrm>
            <a:off x="879500" y="1475100"/>
            <a:ext cx="36645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12121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rgbClr val="004F5E"/>
                </a:solidFill>
              </a:rPr>
              <a:t>Ожидаемо, крупные города – Москва и Санкт-Петербург имеют медианы заработной платы выше других регионов.</a:t>
            </a:r>
            <a:endParaRPr b="1" sz="2000">
              <a:solidFill>
                <a:srgbClr val="004F5E"/>
              </a:solidFill>
            </a:endParaRPr>
          </a:p>
        </p:txBody>
      </p:sp>
      <p:pic>
        <p:nvPicPr>
          <p:cNvPr id="1709" name="Google Shape;170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825" y="1200200"/>
            <a:ext cx="3799500" cy="38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58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  <p:sp>
        <p:nvSpPr>
          <p:cNvPr id="1715" name="Google Shape;1715;p58"/>
          <p:cNvSpPr txBox="1"/>
          <p:nvPr/>
        </p:nvSpPr>
        <p:spPr>
          <a:xfrm>
            <a:off x="759600" y="807025"/>
            <a:ext cx="82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Calibri"/>
                <a:ea typeface="Calibri"/>
                <a:cs typeface="Calibri"/>
                <a:sym typeface="Calibri"/>
              </a:rPr>
              <a:t>Зависимость заработной платы от опыта работы</a:t>
            </a:r>
            <a:endParaRPr b="1" sz="2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6" name="Google Shape;1716;p58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717" name="Google Shape;1717;p58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58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58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58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58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58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58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58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58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58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58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58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58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58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58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58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58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58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58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58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58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58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58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58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58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58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58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58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58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58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58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58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58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58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58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58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58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58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58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58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58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58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58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58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58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58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58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58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58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58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58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58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58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58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58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58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58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58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58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58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58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58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58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58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58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58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58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58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58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58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58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58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9" name="Google Shape;1789;p58"/>
          <p:cNvSpPr txBox="1"/>
          <p:nvPr/>
        </p:nvSpPr>
        <p:spPr>
          <a:xfrm>
            <a:off x="852175" y="1299625"/>
            <a:ext cx="2954700" cy="27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004F5E"/>
                </a:solidFill>
              </a:rPr>
              <a:t>Опыт работы (в годах) и медиана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004F5E"/>
                </a:solidFill>
              </a:rPr>
              <a:t>0       60000.0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004F5E"/>
                </a:solidFill>
              </a:rPr>
              <a:t>1-3     94000.0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004F5E"/>
                </a:solidFill>
              </a:rPr>
              <a:t>3-6    180000.0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6-     200000.0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004F5E"/>
                </a:solidFill>
              </a:rPr>
              <a:t>Чем выше опыт работы, тем выше заработная плата. Можно отметить, что разница между опытом работы 3-6 лет и опытом работы &gt;6 лет не такая большая, как между другими группами.</a:t>
            </a:r>
            <a:endParaRPr b="1" sz="1200">
              <a:solidFill>
                <a:srgbClr val="004F5E"/>
              </a:solidFill>
            </a:endParaRPr>
          </a:p>
        </p:txBody>
      </p:sp>
      <p:pic>
        <p:nvPicPr>
          <p:cNvPr id="1790" name="Google Shape;179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0125" y="1395025"/>
            <a:ext cx="4948851" cy="36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59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  <p:sp>
        <p:nvSpPr>
          <p:cNvPr id="1796" name="Google Shape;1796;p59"/>
          <p:cNvSpPr txBox="1"/>
          <p:nvPr/>
        </p:nvSpPr>
        <p:spPr>
          <a:xfrm>
            <a:off x="759600" y="807025"/>
            <a:ext cx="82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Calibri"/>
                <a:ea typeface="Calibri"/>
                <a:cs typeface="Calibri"/>
                <a:sym typeface="Calibri"/>
              </a:rPr>
              <a:t>Зависимость заработной платы от графика работы</a:t>
            </a:r>
            <a:endParaRPr b="1" sz="2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7" name="Google Shape;1797;p59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798" name="Google Shape;1798;p59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59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59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59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59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59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59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59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59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59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59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59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59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59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59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59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59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59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59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59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59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59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59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59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59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59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59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59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59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59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59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59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59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59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59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59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59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59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59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59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59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59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59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59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59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59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59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59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59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59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59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59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59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59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2" name="Google Shape;1852;p59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59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59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59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59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59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59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59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59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59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59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59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59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59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59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59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59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59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0" name="Google Shape;1870;p59"/>
          <p:cNvSpPr txBox="1"/>
          <p:nvPr/>
        </p:nvSpPr>
        <p:spPr>
          <a:xfrm>
            <a:off x="852175" y="1704325"/>
            <a:ext cx="295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График работы и медиана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Вахтовый метод           177500.0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Удаленная работа         120000.0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Полный день               89600.0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Гибкий график             80000.0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Сменный график            60000.0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Неполный рабочий день     20000.0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12121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</p:txBody>
      </p:sp>
      <p:pic>
        <p:nvPicPr>
          <p:cNvPr id="1871" name="Google Shape;187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9350" y="1242625"/>
            <a:ext cx="4715249" cy="38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60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  <p:sp>
        <p:nvSpPr>
          <p:cNvPr id="1877" name="Google Shape;1877;p60"/>
          <p:cNvSpPr txBox="1"/>
          <p:nvPr/>
        </p:nvSpPr>
        <p:spPr>
          <a:xfrm>
            <a:off x="759600" y="807025"/>
            <a:ext cx="82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Calibri"/>
                <a:ea typeface="Calibri"/>
                <a:cs typeface="Calibri"/>
                <a:sym typeface="Calibri"/>
              </a:rPr>
              <a:t>Зависимость заработной платы от вида трудоустройства</a:t>
            </a:r>
            <a:endParaRPr b="1" sz="2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8" name="Google Shape;1878;p60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879" name="Google Shape;1879;p60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60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60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60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60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60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60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60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7" name="Google Shape;1887;p60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60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60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890;p60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1" name="Google Shape;1891;p60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2" name="Google Shape;1892;p60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60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60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895;p60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6" name="Google Shape;1896;p60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60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8" name="Google Shape;1898;p60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9" name="Google Shape;1899;p60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0" name="Google Shape;1900;p60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1" name="Google Shape;1901;p60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2" name="Google Shape;1902;p60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3" name="Google Shape;1903;p60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4" name="Google Shape;1904;p60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5" name="Google Shape;1905;p60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6" name="Google Shape;1906;p60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7" name="Google Shape;1907;p60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8" name="Google Shape;1908;p60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9" name="Google Shape;1909;p60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60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60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60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3" name="Google Shape;1913;p60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4" name="Google Shape;1914;p60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5" name="Google Shape;1915;p60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60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7" name="Google Shape;1917;p60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8" name="Google Shape;1918;p60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9" name="Google Shape;1919;p60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0" name="Google Shape;1920;p60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60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2" name="Google Shape;1922;p60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3" name="Google Shape;1923;p60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4" name="Google Shape;1924;p60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60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6" name="Google Shape;1926;p60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60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60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60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60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60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60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60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60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60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60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60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60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60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60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60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60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60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60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60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60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60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60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60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60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1" name="Google Shape;1951;p60"/>
          <p:cNvSpPr txBox="1"/>
          <p:nvPr/>
        </p:nvSpPr>
        <p:spPr>
          <a:xfrm>
            <a:off x="852175" y="1410325"/>
            <a:ext cx="29547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Вид трудоустройства и медиана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Временная занятость    100000.0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Полная занятость       100000.0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Стажировка              73750.0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Частичная занятость     66000.0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Виды трудоустройства стажировка и частичная занятость имеют меньшие показатели заработной платы, что вполне логично, так как предполагают низкий опыт в одном случае и меньшее количество часов в другом.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12121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</p:txBody>
      </p:sp>
      <p:pic>
        <p:nvPicPr>
          <p:cNvPr id="1952" name="Google Shape;195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6875" y="1334000"/>
            <a:ext cx="4267300" cy="35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61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Результаты анализа</a:t>
            </a:r>
            <a:endParaRPr sz="600"/>
          </a:p>
        </p:txBody>
      </p:sp>
      <p:sp>
        <p:nvSpPr>
          <p:cNvPr id="1958" name="Google Shape;1958;p61"/>
          <p:cNvSpPr txBox="1"/>
          <p:nvPr/>
        </p:nvSpPr>
        <p:spPr>
          <a:xfrm>
            <a:off x="759600" y="807025"/>
            <a:ext cx="82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5970"/>
                </a:solidFill>
                <a:latin typeface="Calibri"/>
                <a:ea typeface="Calibri"/>
                <a:cs typeface="Calibri"/>
                <a:sym typeface="Calibri"/>
              </a:rPr>
              <a:t>Зависимость заработной платы от знания английского языка</a:t>
            </a:r>
            <a:endParaRPr b="1" sz="2000">
              <a:solidFill>
                <a:srgbClr val="0059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9" name="Google Shape;1959;p61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1960" name="Google Shape;1960;p61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61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61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61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61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5" name="Google Shape;1965;p61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61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61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61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61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61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61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61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61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61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61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61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61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61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61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61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61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61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61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61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1985;p61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6" name="Google Shape;1986;p61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7" name="Google Shape;1987;p61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61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9" name="Google Shape;1989;p61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61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61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61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61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61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61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61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61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61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61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61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61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61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61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61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61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61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61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61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61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0" name="Google Shape;2010;p61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61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61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3" name="Google Shape;2013;p61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61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61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61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61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61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61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61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61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61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61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61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61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61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61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61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61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61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61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2" name="Google Shape;2032;p61"/>
          <p:cNvSpPr txBox="1"/>
          <p:nvPr/>
        </p:nvSpPr>
        <p:spPr>
          <a:xfrm>
            <a:off x="852175" y="1410325"/>
            <a:ext cx="2954700" cy="3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Требования к знанию языков и медиана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Английский      150000.0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Не требуется    120000.0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4F5E"/>
                </a:solidFill>
              </a:rPr>
              <a:t>Медианы заработной платы в данном случае довольно близки, но все же медиана заработной платы в вакансиях, требующих знание английского языка, выше. </a:t>
            </a:r>
            <a:endParaRPr b="1" sz="1200">
              <a:solidFill>
                <a:srgbClr val="004F5E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4F5E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12121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</p:txBody>
      </p:sp>
      <p:pic>
        <p:nvPicPr>
          <p:cNvPr id="2033" name="Google Shape;203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725" y="1410325"/>
            <a:ext cx="439335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9" name="Google Shape;2039;p62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2040" name="Google Shape;2040;p62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62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62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62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62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62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62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62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62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62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62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62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62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62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62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62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62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62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62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62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62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62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62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62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62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62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62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62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62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62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62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62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62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62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62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62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62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62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62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62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62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62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62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62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62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62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62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62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62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62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62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62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62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62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62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62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62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62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62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62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62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62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62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62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62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62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62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62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62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62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62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62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2" name="Google Shape;2112;p62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Интерпретация данных</a:t>
            </a:r>
            <a:endParaRPr sz="600"/>
          </a:p>
        </p:txBody>
      </p:sp>
      <p:sp>
        <p:nvSpPr>
          <p:cNvPr id="2113" name="Google Shape;2113;p62"/>
          <p:cNvSpPr txBox="1"/>
          <p:nvPr/>
        </p:nvSpPr>
        <p:spPr>
          <a:xfrm>
            <a:off x="808575" y="807025"/>
            <a:ext cx="6276900" cy="46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04F5E"/>
                </a:solidFill>
              </a:rPr>
              <a:t>Общие предварительные выводы анализа:</a:t>
            </a:r>
            <a:endParaRPr b="1" sz="2000">
              <a:solidFill>
                <a:srgbClr val="004F5E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1800"/>
              <a:buAutoNum type="arabicPeriod"/>
            </a:pPr>
            <a:r>
              <a:rPr b="1" lang="ru" sz="1800">
                <a:solidFill>
                  <a:srgbClr val="004F5E"/>
                </a:solidFill>
              </a:rPr>
              <a:t>Спрос на аналитиков данных выше в крупных городах таких как Санкт-Петербург и Москва, и соответственно медианы заработной платы наивысшие</a:t>
            </a:r>
            <a:endParaRPr b="1" sz="1800">
              <a:solidFill>
                <a:srgbClr val="004F5E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1800"/>
              <a:buAutoNum type="arabicPeriod"/>
            </a:pPr>
            <a:r>
              <a:rPr b="1" lang="ru" sz="1800">
                <a:solidFill>
                  <a:srgbClr val="004F5E"/>
                </a:solidFill>
              </a:rPr>
              <a:t>медианы заработной платы системного аналитика и дата-сайентиста самые высокие </a:t>
            </a:r>
            <a:endParaRPr b="1" sz="1800">
              <a:solidFill>
                <a:srgbClr val="004F5E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1800"/>
              <a:buAutoNum type="arabicPeriod"/>
            </a:pPr>
            <a:r>
              <a:rPr b="1" lang="ru" sz="1800">
                <a:solidFill>
                  <a:srgbClr val="004F5E"/>
                </a:solidFill>
              </a:rPr>
              <a:t>наибольший рост заработной платы приходится на первые 6 лет работы </a:t>
            </a:r>
            <a:endParaRPr b="1" sz="1800">
              <a:solidFill>
                <a:srgbClr val="004F5E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1800"/>
              <a:buAutoNum type="arabicPeriod"/>
            </a:pPr>
            <a:r>
              <a:rPr b="1" lang="ru" sz="1800">
                <a:solidFill>
                  <a:srgbClr val="004F5E"/>
                </a:solidFill>
              </a:rPr>
              <a:t>Знание английского языка не является определяющим фактором</a:t>
            </a:r>
            <a:endParaRPr b="1" sz="1800">
              <a:solidFill>
                <a:srgbClr val="004F5E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4F5E"/>
              </a:buClr>
              <a:buSzPts val="1800"/>
              <a:buAutoNum type="arabicPeriod"/>
            </a:pPr>
            <a:r>
              <a:rPr b="1" lang="ru" sz="1800">
                <a:solidFill>
                  <a:srgbClr val="004F5E"/>
                </a:solidFill>
              </a:rPr>
              <a:t>вид трудоустройства и график работы напрямую определяют размер зарплаты</a:t>
            </a:r>
            <a:endParaRPr b="1" sz="1800">
              <a:solidFill>
                <a:srgbClr val="004F5E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4F5E"/>
              </a:solidFill>
              <a:latin typeface="var(--colab-code-font-family)"/>
              <a:ea typeface="var(--colab-code-font-family)"/>
              <a:cs typeface="var(--colab-code-font-family)"/>
              <a:sym typeface="var(--colab-code-font-family)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9" name="Google Shape;2119;p63"/>
          <p:cNvGrpSpPr/>
          <p:nvPr/>
        </p:nvGrpSpPr>
        <p:grpSpPr>
          <a:xfrm>
            <a:off x="0" y="0"/>
            <a:ext cx="238258" cy="5143170"/>
            <a:chOff x="0" y="0"/>
            <a:chExt cx="523875" cy="11308642"/>
          </a:xfrm>
        </p:grpSpPr>
        <p:sp>
          <p:nvSpPr>
            <p:cNvPr id="2120" name="Google Shape;2120;p63"/>
            <p:cNvSpPr/>
            <p:nvPr/>
          </p:nvSpPr>
          <p:spPr>
            <a:xfrm>
              <a:off x="0" y="0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63"/>
            <p:cNvSpPr/>
            <p:nvPr/>
          </p:nvSpPr>
          <p:spPr>
            <a:xfrm>
              <a:off x="0" y="1477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63"/>
            <p:cNvSpPr/>
            <p:nvPr/>
          </p:nvSpPr>
          <p:spPr>
            <a:xfrm>
              <a:off x="0" y="44729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63"/>
            <p:cNvSpPr/>
            <p:nvPr/>
          </p:nvSpPr>
          <p:spPr>
            <a:xfrm>
              <a:off x="0" y="5991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63"/>
            <p:cNvSpPr/>
            <p:nvPr/>
          </p:nvSpPr>
          <p:spPr>
            <a:xfrm>
              <a:off x="0" y="746867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63"/>
            <p:cNvSpPr/>
            <p:nvPr/>
          </p:nvSpPr>
          <p:spPr>
            <a:xfrm>
              <a:off x="0" y="1046428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63"/>
            <p:cNvSpPr/>
            <p:nvPr/>
          </p:nvSpPr>
          <p:spPr>
            <a:xfrm>
              <a:off x="0" y="89459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63"/>
            <p:cNvSpPr/>
            <p:nvPr/>
          </p:nvSpPr>
          <p:spPr>
            <a:xfrm>
              <a:off x="0" y="119416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63"/>
            <p:cNvSpPr/>
            <p:nvPr/>
          </p:nvSpPr>
          <p:spPr>
            <a:xfrm>
              <a:off x="0" y="13418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63"/>
            <p:cNvSpPr/>
            <p:nvPr/>
          </p:nvSpPr>
          <p:spPr>
            <a:xfrm>
              <a:off x="0" y="1493734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63"/>
            <p:cNvSpPr/>
            <p:nvPr/>
          </p:nvSpPr>
          <p:spPr>
            <a:xfrm>
              <a:off x="0" y="164145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63"/>
            <p:cNvSpPr/>
            <p:nvPr/>
          </p:nvSpPr>
          <p:spPr>
            <a:xfrm>
              <a:off x="0" y="1793296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63"/>
            <p:cNvSpPr/>
            <p:nvPr/>
          </p:nvSpPr>
          <p:spPr>
            <a:xfrm>
              <a:off x="0" y="1941019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63"/>
            <p:cNvSpPr/>
            <p:nvPr/>
          </p:nvSpPr>
          <p:spPr>
            <a:xfrm>
              <a:off x="0" y="208875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63"/>
            <p:cNvSpPr/>
            <p:nvPr/>
          </p:nvSpPr>
          <p:spPr>
            <a:xfrm>
              <a:off x="0" y="2240581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5" name="Google Shape;2135;p63"/>
            <p:cNvSpPr/>
            <p:nvPr/>
          </p:nvSpPr>
          <p:spPr>
            <a:xfrm>
              <a:off x="0" y="299573"/>
              <a:ext cx="523875" cy="2237105"/>
            </a:xfrm>
            <a:custGeom>
              <a:rect b="b" l="l" r="r" t="t"/>
              <a:pathLst>
                <a:path extrusionOk="0" h="2237105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5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6" name="Google Shape;2136;p63"/>
            <p:cNvSpPr/>
            <p:nvPr/>
          </p:nvSpPr>
          <p:spPr>
            <a:xfrm>
              <a:off x="0" y="2536592"/>
              <a:ext cx="523875" cy="147955"/>
            </a:xfrm>
            <a:custGeom>
              <a:rect b="b" l="l" r="r" t="t"/>
              <a:pathLst>
                <a:path extrusionOk="0" h="147955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7" name="Google Shape;2137;p63"/>
            <p:cNvSpPr/>
            <p:nvPr/>
          </p:nvSpPr>
          <p:spPr>
            <a:xfrm>
              <a:off x="0" y="268432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8" name="Google Shape;2138;p63"/>
            <p:cNvSpPr/>
            <p:nvPr/>
          </p:nvSpPr>
          <p:spPr>
            <a:xfrm>
              <a:off x="0" y="2983888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9" name="Google Shape;2139;p63"/>
            <p:cNvSpPr/>
            <p:nvPr/>
          </p:nvSpPr>
          <p:spPr>
            <a:xfrm>
              <a:off x="0" y="3135736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0" name="Google Shape;2140;p63"/>
            <p:cNvSpPr/>
            <p:nvPr/>
          </p:nvSpPr>
          <p:spPr>
            <a:xfrm>
              <a:off x="0" y="328346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1" name="Google Shape;2141;p63"/>
            <p:cNvSpPr/>
            <p:nvPr/>
          </p:nvSpPr>
          <p:spPr>
            <a:xfrm>
              <a:off x="0" y="358302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2" name="Google Shape;2142;p63"/>
            <p:cNvSpPr/>
            <p:nvPr/>
          </p:nvSpPr>
          <p:spPr>
            <a:xfrm>
              <a:off x="0" y="343118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3" name="Google Shape;2143;p63"/>
            <p:cNvSpPr/>
            <p:nvPr/>
          </p:nvSpPr>
          <p:spPr>
            <a:xfrm>
              <a:off x="0" y="373075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4" name="Google Shape;2144;p63"/>
            <p:cNvSpPr/>
            <p:nvPr/>
          </p:nvSpPr>
          <p:spPr>
            <a:xfrm>
              <a:off x="0" y="387848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63"/>
            <p:cNvSpPr/>
            <p:nvPr/>
          </p:nvSpPr>
          <p:spPr>
            <a:xfrm>
              <a:off x="0" y="403032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63"/>
            <p:cNvSpPr/>
            <p:nvPr/>
          </p:nvSpPr>
          <p:spPr>
            <a:xfrm>
              <a:off x="0" y="417805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7" name="Google Shape;2147;p63"/>
            <p:cNvSpPr/>
            <p:nvPr/>
          </p:nvSpPr>
          <p:spPr>
            <a:xfrm>
              <a:off x="0" y="43298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8" name="Google Shape;2148;p63"/>
            <p:cNvSpPr/>
            <p:nvPr/>
          </p:nvSpPr>
          <p:spPr>
            <a:xfrm>
              <a:off x="0" y="447761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9" name="Google Shape;2149;p63"/>
            <p:cNvSpPr/>
            <p:nvPr/>
          </p:nvSpPr>
          <p:spPr>
            <a:xfrm>
              <a:off x="0" y="462534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0" name="Google Shape;2150;p63"/>
            <p:cNvSpPr/>
            <p:nvPr/>
          </p:nvSpPr>
          <p:spPr>
            <a:xfrm>
              <a:off x="0" y="477719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1" name="Google Shape;2151;p63"/>
            <p:cNvSpPr/>
            <p:nvPr/>
          </p:nvSpPr>
          <p:spPr>
            <a:xfrm>
              <a:off x="0" y="2836169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39"/>
                  </a:lnTo>
                  <a:lnTo>
                    <a:pt x="523532" y="147739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2" name="Google Shape;2152;p63"/>
            <p:cNvSpPr/>
            <p:nvPr/>
          </p:nvSpPr>
          <p:spPr>
            <a:xfrm>
              <a:off x="0" y="507264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3" name="Google Shape;2153;p63"/>
            <p:cNvSpPr/>
            <p:nvPr/>
          </p:nvSpPr>
          <p:spPr>
            <a:xfrm>
              <a:off x="0" y="52203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4" name="Google Shape;2154;p63"/>
            <p:cNvSpPr/>
            <p:nvPr/>
          </p:nvSpPr>
          <p:spPr>
            <a:xfrm>
              <a:off x="0" y="5519936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5" name="Google Shape;2155;p63"/>
            <p:cNvSpPr/>
            <p:nvPr/>
          </p:nvSpPr>
          <p:spPr>
            <a:xfrm>
              <a:off x="0" y="56717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6" name="Google Shape;2156;p63"/>
            <p:cNvSpPr/>
            <p:nvPr/>
          </p:nvSpPr>
          <p:spPr>
            <a:xfrm>
              <a:off x="0" y="5819508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7" name="Google Shape;2157;p63"/>
            <p:cNvSpPr/>
            <p:nvPr/>
          </p:nvSpPr>
          <p:spPr>
            <a:xfrm>
              <a:off x="0" y="611907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8" name="Google Shape;2158;p63"/>
            <p:cNvSpPr/>
            <p:nvPr/>
          </p:nvSpPr>
          <p:spPr>
            <a:xfrm>
              <a:off x="0" y="596723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9" name="Google Shape;2159;p63"/>
            <p:cNvSpPr/>
            <p:nvPr/>
          </p:nvSpPr>
          <p:spPr>
            <a:xfrm>
              <a:off x="0" y="626680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0" name="Google Shape;2160;p63"/>
            <p:cNvSpPr/>
            <p:nvPr/>
          </p:nvSpPr>
          <p:spPr>
            <a:xfrm>
              <a:off x="0" y="641452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1" name="Google Shape;2161;p63"/>
            <p:cNvSpPr/>
            <p:nvPr/>
          </p:nvSpPr>
          <p:spPr>
            <a:xfrm>
              <a:off x="0" y="656637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2" name="Google Shape;2162;p63"/>
            <p:cNvSpPr/>
            <p:nvPr/>
          </p:nvSpPr>
          <p:spPr>
            <a:xfrm>
              <a:off x="0" y="671409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3" name="Google Shape;2163;p63"/>
            <p:cNvSpPr/>
            <p:nvPr/>
          </p:nvSpPr>
          <p:spPr>
            <a:xfrm>
              <a:off x="0" y="686593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4" name="Google Shape;2164;p63"/>
            <p:cNvSpPr/>
            <p:nvPr/>
          </p:nvSpPr>
          <p:spPr>
            <a:xfrm>
              <a:off x="0" y="701367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5" name="Google Shape;2165;p63"/>
            <p:cNvSpPr/>
            <p:nvPr/>
          </p:nvSpPr>
          <p:spPr>
            <a:xfrm>
              <a:off x="0" y="7161394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6" name="Google Shape;2166;p63"/>
            <p:cNvSpPr/>
            <p:nvPr/>
          </p:nvSpPr>
          <p:spPr>
            <a:xfrm>
              <a:off x="0" y="731324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7" name="Google Shape;2167;p63"/>
            <p:cNvSpPr/>
            <p:nvPr/>
          </p:nvSpPr>
          <p:spPr>
            <a:xfrm>
              <a:off x="0" y="5372232"/>
              <a:ext cx="523875" cy="2236470"/>
            </a:xfrm>
            <a:custGeom>
              <a:rect b="b" l="l" r="r" t="t"/>
              <a:pathLst>
                <a:path extrusionOk="0" h="2236470" w="523875">
                  <a:moveTo>
                    <a:pt x="523532" y="2088743"/>
                  </a:moveTo>
                  <a:lnTo>
                    <a:pt x="0" y="2088743"/>
                  </a:lnTo>
                  <a:lnTo>
                    <a:pt x="0" y="2236457"/>
                  </a:lnTo>
                  <a:lnTo>
                    <a:pt x="523532" y="2236457"/>
                  </a:lnTo>
                  <a:lnTo>
                    <a:pt x="523532" y="2088743"/>
                  </a:lnTo>
                  <a:close/>
                </a:path>
                <a:path extrusionOk="0" h="2236470" w="523875">
                  <a:moveTo>
                    <a:pt x="523532" y="0"/>
                  </a:moveTo>
                  <a:lnTo>
                    <a:pt x="0" y="0"/>
                  </a:lnTo>
                  <a:lnTo>
                    <a:pt x="0" y="147713"/>
                  </a:lnTo>
                  <a:lnTo>
                    <a:pt x="523532" y="147713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8" name="Google Shape;2168;p63"/>
            <p:cNvSpPr/>
            <p:nvPr/>
          </p:nvSpPr>
          <p:spPr>
            <a:xfrm>
              <a:off x="0" y="760868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9" name="Google Shape;2169;p63"/>
            <p:cNvSpPr/>
            <p:nvPr/>
          </p:nvSpPr>
          <p:spPr>
            <a:xfrm>
              <a:off x="0" y="775642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0" name="Google Shape;2170;p63"/>
            <p:cNvSpPr/>
            <p:nvPr/>
          </p:nvSpPr>
          <p:spPr>
            <a:xfrm>
              <a:off x="0" y="805598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1" name="Google Shape;2171;p63"/>
            <p:cNvSpPr/>
            <p:nvPr/>
          </p:nvSpPr>
          <p:spPr>
            <a:xfrm>
              <a:off x="0" y="8207833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2" name="Google Shape;2172;p63"/>
            <p:cNvSpPr/>
            <p:nvPr/>
          </p:nvSpPr>
          <p:spPr>
            <a:xfrm>
              <a:off x="0" y="8355557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3" name="Google Shape;2173;p63"/>
            <p:cNvSpPr/>
            <p:nvPr/>
          </p:nvSpPr>
          <p:spPr>
            <a:xfrm>
              <a:off x="0" y="86551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4" name="Google Shape;2174;p63"/>
            <p:cNvSpPr/>
            <p:nvPr/>
          </p:nvSpPr>
          <p:spPr>
            <a:xfrm>
              <a:off x="0" y="8503280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5" name="Google Shape;2175;p63"/>
            <p:cNvSpPr/>
            <p:nvPr/>
          </p:nvSpPr>
          <p:spPr>
            <a:xfrm>
              <a:off x="0" y="880286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59BF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6" name="Google Shape;2176;p63"/>
            <p:cNvSpPr/>
            <p:nvPr/>
          </p:nvSpPr>
          <p:spPr>
            <a:xfrm>
              <a:off x="0" y="8950575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7" name="Google Shape;2177;p63"/>
            <p:cNvSpPr/>
            <p:nvPr/>
          </p:nvSpPr>
          <p:spPr>
            <a:xfrm>
              <a:off x="0" y="9102424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8" name="Google Shape;2178;p63"/>
            <p:cNvSpPr/>
            <p:nvPr/>
          </p:nvSpPr>
          <p:spPr>
            <a:xfrm>
              <a:off x="0" y="9250157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9" name="Google Shape;2179;p63"/>
            <p:cNvSpPr/>
            <p:nvPr/>
          </p:nvSpPr>
          <p:spPr>
            <a:xfrm>
              <a:off x="0" y="940198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0" name="Google Shape;2180;p63"/>
            <p:cNvSpPr/>
            <p:nvPr/>
          </p:nvSpPr>
          <p:spPr>
            <a:xfrm>
              <a:off x="0" y="954971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1" name="Google Shape;2181;p63"/>
            <p:cNvSpPr/>
            <p:nvPr/>
          </p:nvSpPr>
          <p:spPr>
            <a:xfrm>
              <a:off x="0" y="969744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DE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2" name="Google Shape;2182;p63"/>
            <p:cNvSpPr/>
            <p:nvPr/>
          </p:nvSpPr>
          <p:spPr>
            <a:xfrm>
              <a:off x="0" y="9849281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3" name="Google Shape;2183;p63"/>
            <p:cNvSpPr/>
            <p:nvPr/>
          </p:nvSpPr>
          <p:spPr>
            <a:xfrm>
              <a:off x="0" y="7908270"/>
              <a:ext cx="523875" cy="2237104"/>
            </a:xfrm>
            <a:custGeom>
              <a:rect b="b" l="l" r="r" t="t"/>
              <a:pathLst>
                <a:path extrusionOk="0" h="2237104" w="523875">
                  <a:moveTo>
                    <a:pt x="523532" y="2088756"/>
                  </a:moveTo>
                  <a:lnTo>
                    <a:pt x="0" y="2088756"/>
                  </a:lnTo>
                  <a:lnTo>
                    <a:pt x="0" y="2236482"/>
                  </a:lnTo>
                  <a:lnTo>
                    <a:pt x="523532" y="2236482"/>
                  </a:lnTo>
                  <a:lnTo>
                    <a:pt x="523532" y="2088756"/>
                  </a:lnTo>
                  <a:close/>
                </a:path>
                <a:path extrusionOk="0" h="2237104" w="523875">
                  <a:moveTo>
                    <a:pt x="523532" y="0"/>
                  </a:moveTo>
                  <a:lnTo>
                    <a:pt x="0" y="0"/>
                  </a:lnTo>
                  <a:lnTo>
                    <a:pt x="0" y="147726"/>
                  </a:lnTo>
                  <a:lnTo>
                    <a:pt x="523532" y="147726"/>
                  </a:lnTo>
                  <a:lnTo>
                    <a:pt x="523532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4" name="Google Shape;2184;p63"/>
            <p:cNvSpPr/>
            <p:nvPr/>
          </p:nvSpPr>
          <p:spPr>
            <a:xfrm>
              <a:off x="0" y="10144749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8AC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5" name="Google Shape;2185;p63"/>
            <p:cNvSpPr/>
            <p:nvPr/>
          </p:nvSpPr>
          <p:spPr>
            <a:xfrm>
              <a:off x="0" y="10292471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6" name="Google Shape;2186;p63"/>
            <p:cNvSpPr/>
            <p:nvPr/>
          </p:nvSpPr>
          <p:spPr>
            <a:xfrm>
              <a:off x="0" y="10592033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38"/>
                  </a:lnTo>
                  <a:lnTo>
                    <a:pt x="523544" y="151838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769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7" name="Google Shape;2187;p63"/>
            <p:cNvSpPr/>
            <p:nvPr/>
          </p:nvSpPr>
          <p:spPr>
            <a:xfrm>
              <a:off x="0" y="10743882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94E3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8" name="Google Shape;2188;p63"/>
            <p:cNvSpPr/>
            <p:nvPr/>
          </p:nvSpPr>
          <p:spPr>
            <a:xfrm>
              <a:off x="0" y="10891605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33"/>
                  </a:lnTo>
                  <a:lnTo>
                    <a:pt x="523544" y="14773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597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9" name="Google Shape;2189;p63"/>
            <p:cNvSpPr/>
            <p:nvPr/>
          </p:nvSpPr>
          <p:spPr>
            <a:xfrm>
              <a:off x="0" y="11191167"/>
              <a:ext cx="523875" cy="117475"/>
            </a:xfrm>
            <a:custGeom>
              <a:rect b="b" l="l" r="r" t="t"/>
              <a:pathLst>
                <a:path extrusionOk="0" h="117475" w="523875">
                  <a:moveTo>
                    <a:pt x="523544" y="0"/>
                  </a:moveTo>
                  <a:lnTo>
                    <a:pt x="0" y="0"/>
                  </a:lnTo>
                  <a:lnTo>
                    <a:pt x="0" y="117389"/>
                  </a:lnTo>
                  <a:lnTo>
                    <a:pt x="523544" y="117389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F5D1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0" name="Google Shape;2190;p63"/>
            <p:cNvSpPr/>
            <p:nvPr/>
          </p:nvSpPr>
          <p:spPr>
            <a:xfrm>
              <a:off x="0" y="11039339"/>
              <a:ext cx="523875" cy="152400"/>
            </a:xfrm>
            <a:custGeom>
              <a:rect b="b" l="l" r="r" t="t"/>
              <a:pathLst>
                <a:path extrusionOk="0" h="152400" w="523875">
                  <a:moveTo>
                    <a:pt x="523544" y="0"/>
                  </a:moveTo>
                  <a:lnTo>
                    <a:pt x="0" y="0"/>
                  </a:lnTo>
                  <a:lnTo>
                    <a:pt x="0" y="151827"/>
                  </a:lnTo>
                  <a:lnTo>
                    <a:pt x="523544" y="151827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0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1" name="Google Shape;2191;p63"/>
            <p:cNvSpPr/>
            <p:nvPr/>
          </p:nvSpPr>
          <p:spPr>
            <a:xfrm>
              <a:off x="0" y="10444310"/>
              <a:ext cx="523875" cy="147954"/>
            </a:xfrm>
            <a:custGeom>
              <a:rect b="b" l="l" r="r" t="t"/>
              <a:pathLst>
                <a:path extrusionOk="0" h="147954" w="523875">
                  <a:moveTo>
                    <a:pt x="523544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523544" y="147723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2" name="Google Shape;2192;p63"/>
          <p:cNvSpPr txBox="1"/>
          <p:nvPr/>
        </p:nvSpPr>
        <p:spPr>
          <a:xfrm>
            <a:off x="759593" y="411037"/>
            <a:ext cx="68277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5970"/>
                </a:solidFill>
                <a:latin typeface="Arial"/>
                <a:ea typeface="Arial"/>
                <a:cs typeface="Arial"/>
                <a:sym typeface="Arial"/>
              </a:rPr>
              <a:t>Дашборд</a:t>
            </a:r>
            <a:endParaRPr b="1" sz="2300">
              <a:solidFill>
                <a:srgbClr val="0059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3" name="Google Shape;219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600" y="807025"/>
            <a:ext cx="7968077" cy="410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8" name="Google Shape;2198;p64"/>
          <p:cNvGrpSpPr/>
          <p:nvPr/>
        </p:nvGrpSpPr>
        <p:grpSpPr>
          <a:xfrm>
            <a:off x="0" y="0"/>
            <a:ext cx="1343199" cy="5143170"/>
            <a:chOff x="0" y="0"/>
            <a:chExt cx="2953385" cy="11308642"/>
          </a:xfrm>
        </p:grpSpPr>
        <p:grpSp>
          <p:nvGrpSpPr>
            <p:cNvPr id="2199" name="Google Shape;2199;p64"/>
            <p:cNvGrpSpPr/>
            <p:nvPr/>
          </p:nvGrpSpPr>
          <p:grpSpPr>
            <a:xfrm>
              <a:off x="0" y="0"/>
              <a:ext cx="2953385" cy="11308642"/>
              <a:chOff x="0" y="0"/>
              <a:chExt cx="2953385" cy="11308642"/>
            </a:xfrm>
          </p:grpSpPr>
          <p:sp>
            <p:nvSpPr>
              <p:cNvPr id="2200" name="Google Shape;2200;p64"/>
              <p:cNvSpPr/>
              <p:nvPr/>
            </p:nvSpPr>
            <p:spPr>
              <a:xfrm>
                <a:off x="0" y="299572"/>
                <a:ext cx="2953385" cy="147954"/>
              </a:xfrm>
              <a:custGeom>
                <a:rect b="b" l="l" r="r" t="t"/>
                <a:pathLst>
                  <a:path extrusionOk="0" h="147954" w="2953385">
                    <a:moveTo>
                      <a:pt x="2952789" y="0"/>
                    </a:moveTo>
                    <a:lnTo>
                      <a:pt x="0" y="0"/>
                    </a:lnTo>
                    <a:lnTo>
                      <a:pt x="0" y="147733"/>
                    </a:lnTo>
                    <a:lnTo>
                      <a:pt x="2952789" y="147733"/>
                    </a:lnTo>
                    <a:lnTo>
                      <a:pt x="2952789" y="0"/>
                    </a:lnTo>
                    <a:close/>
                  </a:path>
                </a:pathLst>
              </a:custGeom>
              <a:solidFill>
                <a:srgbClr val="0D596E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1" name="Google Shape;2201;p64"/>
              <p:cNvSpPr/>
              <p:nvPr/>
            </p:nvSpPr>
            <p:spPr>
              <a:xfrm>
                <a:off x="0" y="2836165"/>
                <a:ext cx="2953385" cy="147955"/>
              </a:xfrm>
              <a:custGeom>
                <a:rect b="b" l="l" r="r" t="t"/>
                <a:pathLst>
                  <a:path extrusionOk="0" h="147955" w="2953385">
                    <a:moveTo>
                      <a:pt x="2952789" y="0"/>
                    </a:moveTo>
                    <a:lnTo>
                      <a:pt x="0" y="0"/>
                    </a:lnTo>
                    <a:lnTo>
                      <a:pt x="0" y="147733"/>
                    </a:lnTo>
                    <a:lnTo>
                      <a:pt x="2952789" y="147733"/>
                    </a:lnTo>
                    <a:lnTo>
                      <a:pt x="2952789" y="0"/>
                    </a:lnTo>
                    <a:close/>
                  </a:path>
                </a:pathLst>
              </a:custGeom>
              <a:solidFill>
                <a:srgbClr val="0D596E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2" name="Google Shape;2202;p64"/>
              <p:cNvSpPr/>
              <p:nvPr/>
            </p:nvSpPr>
            <p:spPr>
              <a:xfrm>
                <a:off x="0" y="5372224"/>
                <a:ext cx="2953385" cy="147954"/>
              </a:xfrm>
              <a:custGeom>
                <a:rect b="b" l="l" r="r" t="t"/>
                <a:pathLst>
                  <a:path extrusionOk="0" h="147954" w="2953385">
                    <a:moveTo>
                      <a:pt x="2952789" y="0"/>
                    </a:moveTo>
                    <a:lnTo>
                      <a:pt x="0" y="0"/>
                    </a:lnTo>
                    <a:lnTo>
                      <a:pt x="0" y="147723"/>
                    </a:lnTo>
                    <a:lnTo>
                      <a:pt x="2952789" y="147723"/>
                    </a:lnTo>
                    <a:lnTo>
                      <a:pt x="2952789" y="0"/>
                    </a:lnTo>
                    <a:close/>
                  </a:path>
                </a:pathLst>
              </a:custGeom>
              <a:solidFill>
                <a:srgbClr val="0D596E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3" name="Google Shape;2203;p64"/>
              <p:cNvSpPr/>
              <p:nvPr/>
            </p:nvSpPr>
            <p:spPr>
              <a:xfrm>
                <a:off x="0" y="7908262"/>
                <a:ext cx="2953385" cy="147954"/>
              </a:xfrm>
              <a:custGeom>
                <a:rect b="b" l="l" r="r" t="t"/>
                <a:pathLst>
                  <a:path extrusionOk="0" h="147954" w="2953385">
                    <a:moveTo>
                      <a:pt x="2952789" y="0"/>
                    </a:moveTo>
                    <a:lnTo>
                      <a:pt x="0" y="0"/>
                    </a:lnTo>
                    <a:lnTo>
                      <a:pt x="0" y="147723"/>
                    </a:lnTo>
                    <a:lnTo>
                      <a:pt x="2952789" y="147723"/>
                    </a:lnTo>
                    <a:lnTo>
                      <a:pt x="2952789" y="0"/>
                    </a:lnTo>
                    <a:close/>
                  </a:path>
                </a:pathLst>
              </a:custGeom>
              <a:solidFill>
                <a:srgbClr val="0D596E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04" name="Google Shape;2204;p64"/>
              <p:cNvGrpSpPr/>
              <p:nvPr/>
            </p:nvGrpSpPr>
            <p:grpSpPr>
              <a:xfrm>
                <a:off x="0" y="0"/>
                <a:ext cx="2953385" cy="11308642"/>
                <a:chOff x="0" y="0"/>
                <a:chExt cx="2953385" cy="11308642"/>
              </a:xfrm>
            </p:grpSpPr>
            <p:grpSp>
              <p:nvGrpSpPr>
                <p:cNvPr id="2205" name="Google Shape;2205;p64"/>
                <p:cNvGrpSpPr/>
                <p:nvPr/>
              </p:nvGrpSpPr>
              <p:grpSpPr>
                <a:xfrm>
                  <a:off x="0" y="0"/>
                  <a:ext cx="2953385" cy="300123"/>
                  <a:chOff x="0" y="0"/>
                  <a:chExt cx="2953385" cy="300123"/>
                </a:xfrm>
              </p:grpSpPr>
              <p:sp>
                <p:nvSpPr>
                  <p:cNvPr id="2206" name="Google Shape;2206;p64"/>
                  <p:cNvSpPr/>
                  <p:nvPr/>
                </p:nvSpPr>
                <p:spPr>
                  <a:xfrm>
                    <a:off x="0" y="0"/>
                    <a:ext cx="2953385" cy="147955"/>
                  </a:xfrm>
                  <a:custGeom>
                    <a:rect b="b" l="l" r="r" t="t"/>
                    <a:pathLst>
                      <a:path extrusionOk="0" h="147955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8AC2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07" name="Google Shape;2207;p64"/>
                  <p:cNvSpPr/>
                  <p:nvPr/>
                </p:nvSpPr>
                <p:spPr>
                  <a:xfrm>
                    <a:off x="0" y="147723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5D1B3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08" name="Google Shape;2208;p64"/>
                <p:cNvGrpSpPr/>
                <p:nvPr/>
              </p:nvGrpSpPr>
              <p:grpSpPr>
                <a:xfrm>
                  <a:off x="0" y="447295"/>
                  <a:ext cx="2953385" cy="447527"/>
                  <a:chOff x="0" y="447295"/>
                  <a:chExt cx="2953385" cy="447527"/>
                </a:xfrm>
              </p:grpSpPr>
              <p:sp>
                <p:nvSpPr>
                  <p:cNvPr id="2209" name="Google Shape;2209;p64"/>
                  <p:cNvSpPr/>
                  <p:nvPr/>
                </p:nvSpPr>
                <p:spPr>
                  <a:xfrm>
                    <a:off x="0" y="447295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27"/>
                        </a:lnTo>
                        <a:lnTo>
                          <a:pt x="2952789" y="151827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7692B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0" name="Google Shape;2210;p64"/>
                  <p:cNvSpPr/>
                  <p:nvPr/>
                </p:nvSpPr>
                <p:spPr>
                  <a:xfrm>
                    <a:off x="0" y="599133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1" name="Google Shape;2211;p64"/>
                  <p:cNvSpPr/>
                  <p:nvPr/>
                </p:nvSpPr>
                <p:spPr>
                  <a:xfrm>
                    <a:off x="0" y="746867"/>
                    <a:ext cx="2953385" cy="147955"/>
                  </a:xfrm>
                  <a:custGeom>
                    <a:rect b="b" l="l" r="r" t="t"/>
                    <a:pathLst>
                      <a:path extrusionOk="0" h="147955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5970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12" name="Google Shape;2212;p64"/>
                <p:cNvGrpSpPr/>
                <p:nvPr/>
              </p:nvGrpSpPr>
              <p:grpSpPr>
                <a:xfrm>
                  <a:off x="0" y="894590"/>
                  <a:ext cx="2953385" cy="1641690"/>
                  <a:chOff x="0" y="894590"/>
                  <a:chExt cx="2953385" cy="1641690"/>
                </a:xfrm>
              </p:grpSpPr>
              <p:sp>
                <p:nvSpPr>
                  <p:cNvPr id="2213" name="Google Shape;2213;p64"/>
                  <p:cNvSpPr/>
                  <p:nvPr/>
                </p:nvSpPr>
                <p:spPr>
                  <a:xfrm>
                    <a:off x="0" y="1046428"/>
                    <a:ext cx="2953385" cy="147955"/>
                  </a:xfrm>
                  <a:custGeom>
                    <a:rect b="b" l="l" r="r" t="t"/>
                    <a:pathLst>
                      <a:path extrusionOk="0" h="147955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5D1B3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4" name="Google Shape;2214;p64"/>
                  <p:cNvSpPr/>
                  <p:nvPr/>
                </p:nvSpPr>
                <p:spPr>
                  <a:xfrm>
                    <a:off x="0" y="894590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5" name="Google Shape;2215;p64"/>
                  <p:cNvSpPr/>
                  <p:nvPr/>
                </p:nvSpPr>
                <p:spPr>
                  <a:xfrm>
                    <a:off x="0" y="1194162"/>
                    <a:ext cx="2953385" cy="147955"/>
                  </a:xfrm>
                  <a:custGeom>
                    <a:rect b="b" l="l" r="r" t="t"/>
                    <a:pathLst>
                      <a:path extrusionOk="0" h="147955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59BF9C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6" name="Google Shape;2216;p64"/>
                  <p:cNvSpPr/>
                  <p:nvPr/>
                </p:nvSpPr>
                <p:spPr>
                  <a:xfrm>
                    <a:off x="0" y="1341885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27"/>
                        </a:lnTo>
                        <a:lnTo>
                          <a:pt x="2952789" y="151827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7" name="Google Shape;2217;p64"/>
                  <p:cNvSpPr/>
                  <p:nvPr/>
                </p:nvSpPr>
                <p:spPr>
                  <a:xfrm>
                    <a:off x="0" y="1493734"/>
                    <a:ext cx="2953385" cy="147955"/>
                  </a:xfrm>
                  <a:custGeom>
                    <a:rect b="b" l="l" r="r" t="t"/>
                    <a:pathLst>
                      <a:path extrusionOk="0" h="147955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8" name="Google Shape;2218;p64"/>
                  <p:cNvSpPr/>
                  <p:nvPr/>
                </p:nvSpPr>
                <p:spPr>
                  <a:xfrm>
                    <a:off x="0" y="1641457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D596E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9" name="Google Shape;2219;p64"/>
                  <p:cNvSpPr/>
                  <p:nvPr/>
                </p:nvSpPr>
                <p:spPr>
                  <a:xfrm>
                    <a:off x="0" y="1793296"/>
                    <a:ext cx="2953385" cy="147955"/>
                  </a:xfrm>
                  <a:custGeom>
                    <a:rect b="b" l="l" r="r" t="t"/>
                    <a:pathLst>
                      <a:path extrusionOk="0" h="147955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0" name="Google Shape;2220;p64"/>
                  <p:cNvSpPr/>
                  <p:nvPr/>
                </p:nvSpPr>
                <p:spPr>
                  <a:xfrm>
                    <a:off x="0" y="1941019"/>
                    <a:ext cx="2953385" cy="147955"/>
                  </a:xfrm>
                  <a:custGeom>
                    <a:rect b="b" l="l" r="r" t="t"/>
                    <a:pathLst>
                      <a:path extrusionOk="0" h="147955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1" name="Google Shape;2221;p64"/>
                  <p:cNvSpPr/>
                  <p:nvPr/>
                </p:nvSpPr>
                <p:spPr>
                  <a:xfrm>
                    <a:off x="0" y="2088753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27"/>
                        </a:lnTo>
                        <a:lnTo>
                          <a:pt x="2952789" y="151827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DED9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2" name="Google Shape;2222;p64"/>
                  <p:cNvSpPr/>
                  <p:nvPr/>
                </p:nvSpPr>
                <p:spPr>
                  <a:xfrm>
                    <a:off x="0" y="2240581"/>
                    <a:ext cx="2953385" cy="147955"/>
                  </a:xfrm>
                  <a:custGeom>
                    <a:rect b="b" l="l" r="r" t="t"/>
                    <a:pathLst>
                      <a:path extrusionOk="0" h="147955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7692B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3" name="Google Shape;2223;p64"/>
                  <p:cNvSpPr/>
                  <p:nvPr/>
                </p:nvSpPr>
                <p:spPr>
                  <a:xfrm>
                    <a:off x="0" y="2388325"/>
                    <a:ext cx="2953385" cy="147955"/>
                  </a:xfrm>
                  <a:custGeom>
                    <a:rect b="b" l="l" r="r" t="t"/>
                    <a:pathLst>
                      <a:path extrusionOk="0" h="147955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D596E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24" name="Google Shape;2224;p64"/>
                <p:cNvGrpSpPr/>
                <p:nvPr/>
              </p:nvGrpSpPr>
              <p:grpSpPr>
                <a:xfrm>
                  <a:off x="0" y="2536593"/>
                  <a:ext cx="2953385" cy="300133"/>
                  <a:chOff x="0" y="2536593"/>
                  <a:chExt cx="2953385" cy="300133"/>
                </a:xfrm>
              </p:grpSpPr>
              <p:sp>
                <p:nvSpPr>
                  <p:cNvPr id="2225" name="Google Shape;2225;p64"/>
                  <p:cNvSpPr/>
                  <p:nvPr/>
                </p:nvSpPr>
                <p:spPr>
                  <a:xfrm>
                    <a:off x="0" y="2536593"/>
                    <a:ext cx="2953385" cy="147955"/>
                  </a:xfrm>
                  <a:custGeom>
                    <a:rect b="b" l="l" r="r" t="t"/>
                    <a:pathLst>
                      <a:path extrusionOk="0" h="147955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8AC2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6" name="Google Shape;2226;p64"/>
                  <p:cNvSpPr/>
                  <p:nvPr/>
                </p:nvSpPr>
                <p:spPr>
                  <a:xfrm>
                    <a:off x="0" y="2684326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27"/>
                        </a:lnTo>
                        <a:lnTo>
                          <a:pt x="2952789" y="151827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5D1B3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27" name="Google Shape;2227;p64"/>
                <p:cNvGrpSpPr/>
                <p:nvPr/>
              </p:nvGrpSpPr>
              <p:grpSpPr>
                <a:xfrm>
                  <a:off x="0" y="2983888"/>
                  <a:ext cx="2953385" cy="447526"/>
                  <a:chOff x="0" y="2983888"/>
                  <a:chExt cx="2953385" cy="447526"/>
                </a:xfrm>
              </p:grpSpPr>
              <p:sp>
                <p:nvSpPr>
                  <p:cNvPr id="2228" name="Google Shape;2228;p64"/>
                  <p:cNvSpPr/>
                  <p:nvPr/>
                </p:nvSpPr>
                <p:spPr>
                  <a:xfrm>
                    <a:off x="0" y="2983888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7692B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9" name="Google Shape;2229;p64"/>
                  <p:cNvSpPr/>
                  <p:nvPr/>
                </p:nvSpPr>
                <p:spPr>
                  <a:xfrm>
                    <a:off x="0" y="3135736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0" name="Google Shape;2230;p64"/>
                  <p:cNvSpPr/>
                  <p:nvPr/>
                </p:nvSpPr>
                <p:spPr>
                  <a:xfrm>
                    <a:off x="0" y="3283460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5970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1" name="Google Shape;2231;p64"/>
                <p:cNvGrpSpPr/>
                <p:nvPr/>
              </p:nvGrpSpPr>
              <p:grpSpPr>
                <a:xfrm>
                  <a:off x="0" y="3431183"/>
                  <a:ext cx="2953385" cy="1641689"/>
                  <a:chOff x="0" y="3431183"/>
                  <a:chExt cx="2953385" cy="1641689"/>
                </a:xfrm>
              </p:grpSpPr>
              <p:sp>
                <p:nvSpPr>
                  <p:cNvPr id="2232" name="Google Shape;2232;p64"/>
                  <p:cNvSpPr/>
                  <p:nvPr/>
                </p:nvSpPr>
                <p:spPr>
                  <a:xfrm>
                    <a:off x="0" y="3583021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5D1B3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3" name="Google Shape;2233;p64"/>
                  <p:cNvSpPr/>
                  <p:nvPr/>
                </p:nvSpPr>
                <p:spPr>
                  <a:xfrm>
                    <a:off x="0" y="3431183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4" name="Google Shape;2234;p64"/>
                  <p:cNvSpPr/>
                  <p:nvPr/>
                </p:nvSpPr>
                <p:spPr>
                  <a:xfrm>
                    <a:off x="0" y="3730755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59BF9C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5" name="Google Shape;2235;p64"/>
                  <p:cNvSpPr/>
                  <p:nvPr/>
                </p:nvSpPr>
                <p:spPr>
                  <a:xfrm>
                    <a:off x="0" y="3878489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27"/>
                        </a:lnTo>
                        <a:lnTo>
                          <a:pt x="2952789" y="151827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6" name="Google Shape;2236;p64"/>
                  <p:cNvSpPr/>
                  <p:nvPr/>
                </p:nvSpPr>
                <p:spPr>
                  <a:xfrm>
                    <a:off x="0" y="4030327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7" name="Google Shape;2237;p64"/>
                  <p:cNvSpPr/>
                  <p:nvPr/>
                </p:nvSpPr>
                <p:spPr>
                  <a:xfrm>
                    <a:off x="0" y="4178050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D596E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8" name="Google Shape;2238;p64"/>
                  <p:cNvSpPr/>
                  <p:nvPr/>
                </p:nvSpPr>
                <p:spPr>
                  <a:xfrm>
                    <a:off x="0" y="4329889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9" name="Google Shape;2239;p64"/>
                  <p:cNvSpPr/>
                  <p:nvPr/>
                </p:nvSpPr>
                <p:spPr>
                  <a:xfrm>
                    <a:off x="0" y="4477612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0" name="Google Shape;2240;p64"/>
                  <p:cNvSpPr/>
                  <p:nvPr/>
                </p:nvSpPr>
                <p:spPr>
                  <a:xfrm>
                    <a:off x="0" y="4625346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DED9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1" name="Google Shape;2241;p64"/>
                  <p:cNvSpPr/>
                  <p:nvPr/>
                </p:nvSpPr>
                <p:spPr>
                  <a:xfrm>
                    <a:off x="0" y="4777194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7692B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2" name="Google Shape;2242;p64"/>
                  <p:cNvSpPr/>
                  <p:nvPr/>
                </p:nvSpPr>
                <p:spPr>
                  <a:xfrm>
                    <a:off x="0" y="4924918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D596E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43" name="Google Shape;2243;p64"/>
                <p:cNvGrpSpPr/>
                <p:nvPr/>
              </p:nvGrpSpPr>
              <p:grpSpPr>
                <a:xfrm>
                  <a:off x="0" y="5072641"/>
                  <a:ext cx="2953385" cy="300134"/>
                  <a:chOff x="0" y="5072641"/>
                  <a:chExt cx="2953385" cy="300134"/>
                </a:xfrm>
              </p:grpSpPr>
              <p:sp>
                <p:nvSpPr>
                  <p:cNvPr id="2244" name="Google Shape;2244;p64"/>
                  <p:cNvSpPr/>
                  <p:nvPr/>
                </p:nvSpPr>
                <p:spPr>
                  <a:xfrm>
                    <a:off x="0" y="5072641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8AC2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5" name="Google Shape;2245;p64"/>
                  <p:cNvSpPr/>
                  <p:nvPr/>
                </p:nvSpPr>
                <p:spPr>
                  <a:xfrm>
                    <a:off x="0" y="5220375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5D1B3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46" name="Google Shape;2246;p64"/>
                <p:cNvGrpSpPr/>
                <p:nvPr/>
              </p:nvGrpSpPr>
              <p:grpSpPr>
                <a:xfrm>
                  <a:off x="0" y="5519936"/>
                  <a:ext cx="2953385" cy="447526"/>
                  <a:chOff x="0" y="5519936"/>
                  <a:chExt cx="2953385" cy="447526"/>
                </a:xfrm>
              </p:grpSpPr>
              <p:sp>
                <p:nvSpPr>
                  <p:cNvPr id="2247" name="Google Shape;2247;p64"/>
                  <p:cNvSpPr/>
                  <p:nvPr/>
                </p:nvSpPr>
                <p:spPr>
                  <a:xfrm>
                    <a:off x="0" y="5519936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7692B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8" name="Google Shape;2248;p64"/>
                  <p:cNvSpPr/>
                  <p:nvPr/>
                </p:nvSpPr>
                <p:spPr>
                  <a:xfrm>
                    <a:off x="0" y="5671785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9" name="Google Shape;2249;p64"/>
                  <p:cNvSpPr/>
                  <p:nvPr/>
                </p:nvSpPr>
                <p:spPr>
                  <a:xfrm>
                    <a:off x="0" y="5819508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5970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50" name="Google Shape;2250;p64"/>
                <p:cNvGrpSpPr/>
                <p:nvPr/>
              </p:nvGrpSpPr>
              <p:grpSpPr>
                <a:xfrm>
                  <a:off x="0" y="5967231"/>
                  <a:ext cx="2953385" cy="1641689"/>
                  <a:chOff x="0" y="5967231"/>
                  <a:chExt cx="2953385" cy="1641689"/>
                </a:xfrm>
              </p:grpSpPr>
              <p:sp>
                <p:nvSpPr>
                  <p:cNvPr id="2251" name="Google Shape;2251;p64"/>
                  <p:cNvSpPr/>
                  <p:nvPr/>
                </p:nvSpPr>
                <p:spPr>
                  <a:xfrm>
                    <a:off x="0" y="6119070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5D1B3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2" name="Google Shape;2252;p64"/>
                  <p:cNvSpPr/>
                  <p:nvPr/>
                </p:nvSpPr>
                <p:spPr>
                  <a:xfrm>
                    <a:off x="0" y="5967231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3" name="Google Shape;2253;p64"/>
                  <p:cNvSpPr/>
                  <p:nvPr/>
                </p:nvSpPr>
                <p:spPr>
                  <a:xfrm>
                    <a:off x="0" y="6266803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59BF9C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4" name="Google Shape;2254;p64"/>
                  <p:cNvSpPr/>
                  <p:nvPr/>
                </p:nvSpPr>
                <p:spPr>
                  <a:xfrm>
                    <a:off x="0" y="6414527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5" name="Google Shape;2255;p64"/>
                  <p:cNvSpPr/>
                  <p:nvPr/>
                </p:nvSpPr>
                <p:spPr>
                  <a:xfrm>
                    <a:off x="0" y="6566375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6" name="Google Shape;2256;p64"/>
                  <p:cNvSpPr/>
                  <p:nvPr/>
                </p:nvSpPr>
                <p:spPr>
                  <a:xfrm>
                    <a:off x="0" y="6714099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D596E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7" name="Google Shape;2257;p64"/>
                  <p:cNvSpPr/>
                  <p:nvPr/>
                </p:nvSpPr>
                <p:spPr>
                  <a:xfrm>
                    <a:off x="0" y="6865937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8" name="Google Shape;2258;p64"/>
                  <p:cNvSpPr/>
                  <p:nvPr/>
                </p:nvSpPr>
                <p:spPr>
                  <a:xfrm>
                    <a:off x="0" y="7013671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9" name="Google Shape;2259;p64"/>
                  <p:cNvSpPr/>
                  <p:nvPr/>
                </p:nvSpPr>
                <p:spPr>
                  <a:xfrm>
                    <a:off x="0" y="7161394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DED9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0" name="Google Shape;2260;p64"/>
                  <p:cNvSpPr/>
                  <p:nvPr/>
                </p:nvSpPr>
                <p:spPr>
                  <a:xfrm>
                    <a:off x="0" y="7313243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7692B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1" name="Google Shape;2261;p64"/>
                  <p:cNvSpPr/>
                  <p:nvPr/>
                </p:nvSpPr>
                <p:spPr>
                  <a:xfrm>
                    <a:off x="0" y="7460966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D596E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2" name="Google Shape;2262;p64"/>
                <p:cNvGrpSpPr/>
                <p:nvPr/>
              </p:nvGrpSpPr>
              <p:grpSpPr>
                <a:xfrm>
                  <a:off x="0" y="7608689"/>
                  <a:ext cx="2953385" cy="300134"/>
                  <a:chOff x="0" y="7608689"/>
                  <a:chExt cx="2953385" cy="300134"/>
                </a:xfrm>
              </p:grpSpPr>
              <p:sp>
                <p:nvSpPr>
                  <p:cNvPr id="2263" name="Google Shape;2263;p64"/>
                  <p:cNvSpPr/>
                  <p:nvPr/>
                </p:nvSpPr>
                <p:spPr>
                  <a:xfrm>
                    <a:off x="0" y="7608689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8AC2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4" name="Google Shape;2264;p64"/>
                  <p:cNvSpPr/>
                  <p:nvPr/>
                </p:nvSpPr>
                <p:spPr>
                  <a:xfrm>
                    <a:off x="0" y="7756423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5D1B3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5" name="Google Shape;2265;p64"/>
                <p:cNvGrpSpPr/>
                <p:nvPr/>
              </p:nvGrpSpPr>
              <p:grpSpPr>
                <a:xfrm>
                  <a:off x="0" y="8055985"/>
                  <a:ext cx="2953385" cy="447526"/>
                  <a:chOff x="0" y="8055985"/>
                  <a:chExt cx="2953385" cy="447526"/>
                </a:xfrm>
              </p:grpSpPr>
              <p:sp>
                <p:nvSpPr>
                  <p:cNvPr id="2266" name="Google Shape;2266;p64"/>
                  <p:cNvSpPr/>
                  <p:nvPr/>
                </p:nvSpPr>
                <p:spPr>
                  <a:xfrm>
                    <a:off x="0" y="8055985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7692B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7" name="Google Shape;2267;p64"/>
                  <p:cNvSpPr/>
                  <p:nvPr/>
                </p:nvSpPr>
                <p:spPr>
                  <a:xfrm>
                    <a:off x="0" y="8207833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8" name="Google Shape;2268;p64"/>
                  <p:cNvSpPr/>
                  <p:nvPr/>
                </p:nvSpPr>
                <p:spPr>
                  <a:xfrm>
                    <a:off x="0" y="8355557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5970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9" name="Google Shape;2269;p64"/>
                <p:cNvGrpSpPr/>
                <p:nvPr/>
              </p:nvGrpSpPr>
              <p:grpSpPr>
                <a:xfrm>
                  <a:off x="0" y="8503280"/>
                  <a:ext cx="2953385" cy="1641688"/>
                  <a:chOff x="0" y="8503280"/>
                  <a:chExt cx="2953385" cy="1641688"/>
                </a:xfrm>
              </p:grpSpPr>
              <p:sp>
                <p:nvSpPr>
                  <p:cNvPr id="2270" name="Google Shape;2270;p64"/>
                  <p:cNvSpPr/>
                  <p:nvPr/>
                </p:nvSpPr>
                <p:spPr>
                  <a:xfrm>
                    <a:off x="0" y="8655118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5D1B3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1" name="Google Shape;2271;p64"/>
                  <p:cNvSpPr/>
                  <p:nvPr/>
                </p:nvSpPr>
                <p:spPr>
                  <a:xfrm>
                    <a:off x="0" y="8503280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2" name="Google Shape;2272;p64"/>
                  <p:cNvSpPr/>
                  <p:nvPr/>
                </p:nvSpPr>
                <p:spPr>
                  <a:xfrm>
                    <a:off x="0" y="8802862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59BF9C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3" name="Google Shape;2273;p64"/>
                  <p:cNvSpPr/>
                  <p:nvPr/>
                </p:nvSpPr>
                <p:spPr>
                  <a:xfrm>
                    <a:off x="0" y="8950575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4" name="Google Shape;2274;p64"/>
                  <p:cNvSpPr/>
                  <p:nvPr/>
                </p:nvSpPr>
                <p:spPr>
                  <a:xfrm>
                    <a:off x="0" y="9102424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5" name="Google Shape;2275;p64"/>
                  <p:cNvSpPr/>
                  <p:nvPr/>
                </p:nvSpPr>
                <p:spPr>
                  <a:xfrm>
                    <a:off x="0" y="9250157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27"/>
                        </a:lnTo>
                        <a:lnTo>
                          <a:pt x="2952789" y="151827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D596E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6" name="Google Shape;2276;p64"/>
                  <p:cNvSpPr/>
                  <p:nvPr/>
                </p:nvSpPr>
                <p:spPr>
                  <a:xfrm>
                    <a:off x="0" y="9401985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7" name="Google Shape;2277;p64"/>
                  <p:cNvSpPr/>
                  <p:nvPr/>
                </p:nvSpPr>
                <p:spPr>
                  <a:xfrm>
                    <a:off x="0" y="9549719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8" name="Google Shape;2278;p64"/>
                  <p:cNvSpPr/>
                  <p:nvPr/>
                </p:nvSpPr>
                <p:spPr>
                  <a:xfrm>
                    <a:off x="0" y="9697442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DED9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9" name="Google Shape;2279;p64"/>
                  <p:cNvSpPr/>
                  <p:nvPr/>
                </p:nvSpPr>
                <p:spPr>
                  <a:xfrm>
                    <a:off x="0" y="9849281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7692B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0" name="Google Shape;2280;p64"/>
                  <p:cNvSpPr/>
                  <p:nvPr/>
                </p:nvSpPr>
                <p:spPr>
                  <a:xfrm>
                    <a:off x="0" y="9997014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D596E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81" name="Google Shape;2281;p64"/>
                <p:cNvGrpSpPr/>
                <p:nvPr/>
              </p:nvGrpSpPr>
              <p:grpSpPr>
                <a:xfrm>
                  <a:off x="0" y="10144748"/>
                  <a:ext cx="2953385" cy="300124"/>
                  <a:chOff x="0" y="10144748"/>
                  <a:chExt cx="2953385" cy="300124"/>
                </a:xfrm>
              </p:grpSpPr>
              <p:sp>
                <p:nvSpPr>
                  <p:cNvPr id="2282" name="Google Shape;2282;p64"/>
                  <p:cNvSpPr/>
                  <p:nvPr/>
                </p:nvSpPr>
                <p:spPr>
                  <a:xfrm>
                    <a:off x="0" y="10144748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8AC2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3" name="Google Shape;2283;p64"/>
                  <p:cNvSpPr/>
                  <p:nvPr/>
                </p:nvSpPr>
                <p:spPr>
                  <a:xfrm>
                    <a:off x="0" y="10292472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5D1B3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84" name="Google Shape;2284;p64"/>
                <p:cNvGrpSpPr/>
                <p:nvPr/>
              </p:nvGrpSpPr>
              <p:grpSpPr>
                <a:xfrm>
                  <a:off x="0" y="10592033"/>
                  <a:ext cx="2953385" cy="447526"/>
                  <a:chOff x="0" y="10592033"/>
                  <a:chExt cx="2953385" cy="447526"/>
                </a:xfrm>
              </p:grpSpPr>
              <p:sp>
                <p:nvSpPr>
                  <p:cNvPr id="2285" name="Google Shape;2285;p64"/>
                  <p:cNvSpPr/>
                  <p:nvPr/>
                </p:nvSpPr>
                <p:spPr>
                  <a:xfrm>
                    <a:off x="0" y="10592033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38"/>
                        </a:lnTo>
                        <a:lnTo>
                          <a:pt x="2952789" y="151838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7692B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6" name="Google Shape;2286;p64"/>
                  <p:cNvSpPr/>
                  <p:nvPr/>
                </p:nvSpPr>
                <p:spPr>
                  <a:xfrm>
                    <a:off x="0" y="10743882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23"/>
                        </a:lnTo>
                        <a:lnTo>
                          <a:pt x="2952789" y="14772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94E3F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7" name="Google Shape;2287;p64"/>
                  <p:cNvSpPr/>
                  <p:nvPr/>
                </p:nvSpPr>
                <p:spPr>
                  <a:xfrm>
                    <a:off x="0" y="10891605"/>
                    <a:ext cx="2953385" cy="147954"/>
                  </a:xfrm>
                  <a:custGeom>
                    <a:rect b="b" l="l" r="r" t="t"/>
                    <a:pathLst>
                      <a:path extrusionOk="0" h="147954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47733"/>
                        </a:lnTo>
                        <a:lnTo>
                          <a:pt x="2952789" y="147733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5970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88" name="Google Shape;2288;p64"/>
                <p:cNvGrpSpPr/>
                <p:nvPr/>
              </p:nvGrpSpPr>
              <p:grpSpPr>
                <a:xfrm>
                  <a:off x="0" y="11039339"/>
                  <a:ext cx="2953385" cy="269303"/>
                  <a:chOff x="0" y="11039339"/>
                  <a:chExt cx="2953385" cy="269303"/>
                </a:xfrm>
              </p:grpSpPr>
              <p:sp>
                <p:nvSpPr>
                  <p:cNvPr id="2289" name="Google Shape;2289;p64"/>
                  <p:cNvSpPr/>
                  <p:nvPr/>
                </p:nvSpPr>
                <p:spPr>
                  <a:xfrm>
                    <a:off x="0" y="11191167"/>
                    <a:ext cx="2953385" cy="117475"/>
                  </a:xfrm>
                  <a:custGeom>
                    <a:rect b="b" l="l" r="r" t="t"/>
                    <a:pathLst>
                      <a:path extrusionOk="0" h="117475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17389"/>
                        </a:lnTo>
                        <a:lnTo>
                          <a:pt x="2952789" y="117389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F5D1B3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0" name="Google Shape;2290;p64"/>
                  <p:cNvSpPr/>
                  <p:nvPr/>
                </p:nvSpPr>
                <p:spPr>
                  <a:xfrm>
                    <a:off x="0" y="11039339"/>
                    <a:ext cx="2953385" cy="152400"/>
                  </a:xfrm>
                  <a:custGeom>
                    <a:rect b="b" l="l" r="r" t="t"/>
                    <a:pathLst>
                      <a:path extrusionOk="0" h="152400" w="2953385">
                        <a:moveTo>
                          <a:pt x="2952789" y="0"/>
                        </a:moveTo>
                        <a:lnTo>
                          <a:pt x="0" y="0"/>
                        </a:lnTo>
                        <a:lnTo>
                          <a:pt x="0" y="151827"/>
                        </a:lnTo>
                        <a:lnTo>
                          <a:pt x="2952789" y="151827"/>
                        </a:lnTo>
                        <a:lnTo>
                          <a:pt x="2952789" y="0"/>
                        </a:lnTo>
                        <a:close/>
                      </a:path>
                    </a:pathLst>
                  </a:custGeom>
                  <a:solidFill>
                    <a:srgbClr val="00A6B5"/>
                  </a:solidFill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2291" name="Google Shape;2291;p64"/>
            <p:cNvSpPr/>
            <p:nvPr/>
          </p:nvSpPr>
          <p:spPr>
            <a:xfrm>
              <a:off x="0" y="10444310"/>
              <a:ext cx="2953385" cy="147954"/>
            </a:xfrm>
            <a:custGeom>
              <a:rect b="b" l="l" r="r" t="t"/>
              <a:pathLst>
                <a:path extrusionOk="0" h="147954" w="2953385">
                  <a:moveTo>
                    <a:pt x="2952789" y="0"/>
                  </a:moveTo>
                  <a:lnTo>
                    <a:pt x="0" y="0"/>
                  </a:lnTo>
                  <a:lnTo>
                    <a:pt x="0" y="147723"/>
                  </a:lnTo>
                  <a:lnTo>
                    <a:pt x="2952789" y="147723"/>
                  </a:lnTo>
                  <a:lnTo>
                    <a:pt x="2952789" y="0"/>
                  </a:lnTo>
                  <a:close/>
                </a:path>
              </a:pathLst>
            </a:custGeom>
            <a:solidFill>
              <a:srgbClr val="0D596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2" name="Google Shape;2292;p64"/>
          <p:cNvSpPr txBox="1"/>
          <p:nvPr>
            <p:ph type="title"/>
          </p:nvPr>
        </p:nvSpPr>
        <p:spPr>
          <a:xfrm>
            <a:off x="1536316" y="1219591"/>
            <a:ext cx="3155400" cy="8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475">
            <a:spAutoFit/>
          </a:bodyPr>
          <a:lstStyle/>
          <a:p>
            <a:pPr indent="0" lvl="0" marL="0" marR="12700" rtl="0" algn="l">
              <a:lnSpc>
                <a:spcPct val="7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>
                <a:solidFill>
                  <a:srgbClr val="004F5E"/>
                </a:solidFill>
                <a:latin typeface="Arial"/>
                <a:ea typeface="Arial"/>
                <a:cs typeface="Arial"/>
                <a:sym typeface="Arial"/>
              </a:rPr>
              <a:t>Спасибо</a:t>
            </a:r>
            <a:br>
              <a:rPr lang="ru" sz="3600">
                <a:solidFill>
                  <a:srgbClr val="004F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3600">
                <a:solidFill>
                  <a:srgbClr val="004F5E"/>
                </a:solidFill>
                <a:latin typeface="Arial"/>
                <a:ea typeface="Arial"/>
                <a:cs typeface="Arial"/>
                <a:sym typeface="Arial"/>
              </a:rPr>
              <a:t>за внимание!</a:t>
            </a:r>
            <a:endParaRPr sz="3600">
              <a:solidFill>
                <a:srgbClr val="004F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3" name="Google Shape;2293;p64"/>
          <p:cNvSpPr txBox="1"/>
          <p:nvPr/>
        </p:nvSpPr>
        <p:spPr>
          <a:xfrm>
            <a:off x="1536325" y="2241425"/>
            <a:ext cx="7177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05970"/>
                </a:solidFill>
              </a:rPr>
              <a:t>Малкин Георгий Владимирович  </a:t>
            </a:r>
            <a:r>
              <a:rPr b="1" lang="ru" sz="1800">
                <a:solidFill>
                  <a:schemeClr val="dk1"/>
                </a:solidFill>
              </a:rPr>
              <a:t>https://t.me/GeorgeMalkin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05970"/>
                </a:solidFill>
              </a:rPr>
              <a:t>Шукуров Жахонгир Тилов угли  </a:t>
            </a:r>
            <a:r>
              <a:rPr b="1" lang="ru" sz="1800">
                <a:solidFill>
                  <a:schemeClr val="dk1"/>
                </a:solidFill>
              </a:rPr>
              <a:t>https://t.me/jaxongirshukurov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05970"/>
                </a:solidFill>
              </a:rPr>
              <a:t>Иванилова Алина Александровна  </a:t>
            </a:r>
            <a:r>
              <a:rPr b="1" lang="ru" sz="1800">
                <a:solidFill>
                  <a:srgbClr val="010101"/>
                </a:solidFill>
              </a:rPr>
              <a:t>https://t.me/hruhr</a:t>
            </a:r>
            <a:endParaRPr b="1" sz="1800">
              <a:solidFill>
                <a:srgbClr val="01010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05970"/>
                </a:solidFill>
              </a:rPr>
              <a:t>Селютина Ангелина Алексеевна  </a:t>
            </a:r>
            <a:r>
              <a:rPr b="1" lang="ru" sz="1800">
                <a:solidFill>
                  <a:schemeClr val="dk1"/>
                </a:solidFill>
              </a:rPr>
              <a:t>https://t.me/spaceplants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05970"/>
                </a:solidFill>
              </a:rPr>
              <a:t>Приданов Али Низамиевич  </a:t>
            </a:r>
            <a:r>
              <a:rPr b="1" lang="ru" sz="1800">
                <a:solidFill>
                  <a:schemeClr val="dk1"/>
                </a:solidFill>
              </a:rPr>
              <a:t>https://t.me/alyjan1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тема для шаблона">
      <a:dk1>
        <a:srgbClr val="000000"/>
      </a:dk1>
      <a:lt1>
        <a:srgbClr val="FFFFFF"/>
      </a:lt1>
      <a:dk2>
        <a:srgbClr val="153660"/>
      </a:dk2>
      <a:lt2>
        <a:srgbClr val="FFFFFF"/>
      </a:lt2>
      <a:accent1>
        <a:srgbClr val="7DDBFD"/>
      </a:accent1>
      <a:accent2>
        <a:srgbClr val="07101C"/>
      </a:accent2>
      <a:accent3>
        <a:srgbClr val="FFFFFF"/>
      </a:accent3>
      <a:accent4>
        <a:srgbClr val="FFC000"/>
      </a:accent4>
      <a:accent5>
        <a:srgbClr val="153660"/>
      </a:accent5>
      <a:accent6>
        <a:srgbClr val="7DDBFD"/>
      </a:accent6>
      <a:hlink>
        <a:srgbClr val="7DDBFD"/>
      </a:hlink>
      <a:folHlink>
        <a:srgbClr val="FFC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